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Here is the link to the 3 task: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https://github.com/McLight-Note/Web-Server-Programming/tree/main/6-Lesson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mclight</dc:creator>
  <cp:lastModifiedBy>mclight</cp:lastModifiedBy>
  <cp:revision>3</cp:revision>
  <dcterms:created xsi:type="dcterms:W3CDTF">2025-10-31T06:33:24Z</dcterms:created>
  <dcterms:modified xsi:type="dcterms:W3CDTF">2025-10-31T06:33:24Z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4283CED90E267352F25704696816990D_41</vt:lpwstr>
  </property>
  <property fmtid="{D5CDD505-2E9C-101B-9397-08002B2CF9AE}" pid="3" name="KSOProductBuildVer">
    <vt:lpwstr>1033-12.1.23143.23143</vt:lpwstr>
  </property>
</Properties>
</file>