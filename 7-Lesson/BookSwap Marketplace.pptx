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98" r:id="rId5"/>
    <p:sldId id="297" r:id="rId6"/>
    <p:sldId id="301" r:id="rId7"/>
    <p:sldId id="29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CFCFC"/>
    <a:srgbClr val="197CB3"/>
    <a:srgbClr val="72BFEB"/>
    <a:srgbClr val="97BBBA"/>
    <a:srgbClr val="6D9F9E"/>
    <a:srgbClr val="4E7776"/>
    <a:srgbClr val="D0E0E0"/>
    <a:srgbClr val="A9AF27"/>
    <a:srgbClr val="E8BC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68" autoAdjust="0"/>
    <p:restoredTop sz="94660"/>
  </p:normalViewPr>
  <p:slideViewPr>
    <p:cSldViewPr snapToGrid="0">
      <p:cViewPr varScale="1">
        <p:scale>
          <a:sx n="56" d="100"/>
          <a:sy n="56" d="100"/>
        </p:scale>
        <p:origin x="48" y="1182"/>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9A74BF-CA46-4DAC-A6C8-CA1D6CBDB9E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E2C9AA-2B80-4648-8685-7945D609846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E2C9AA-2B80-4648-8685-7945D609846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E2C9AA-2B80-4648-8685-7945D609846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E2C9AA-2B80-4648-8685-7945D609846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E2C9AA-2B80-4648-8685-7945D609846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E2C9AA-2B80-4648-8685-7945D609846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矩形 9"/>
          <p:cNvSpPr>
            <a:spLocks noChangeAspect="1"/>
          </p:cNvSpPr>
          <p:nvPr userDrawn="1"/>
        </p:nvSpPr>
        <p:spPr>
          <a:xfrm>
            <a:off x="0" y="-1"/>
            <a:ext cx="6076950" cy="6858002"/>
          </a:xfrm>
          <a:prstGeom prst="rect">
            <a:avLst/>
          </a:prstGeom>
          <a:blipFill dpi="0" rotWithShape="1">
            <a:blip r:embed="rId2">
              <a:extLst>
                <a:ext uri="{28A0092B-C50C-407E-A947-70E740481C1C}">
                  <a14:useLocalDpi xmlns:a14="http://schemas.microsoft.com/office/drawing/2010/main" val="0"/>
                </a:ext>
              </a:extLst>
            </a:blip>
            <a:srcRect/>
            <a:stretch>
              <a:fillRect l="-23556" t="-3091" r="-23582" b="-1958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Date Placeholder 3"/>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5026EB3-4B35-40F8-9FF5-C806BEDF5685}" type="slidenum">
              <a:rPr lang="zh-CN" altLang="en-US" smtClean="0"/>
            </a:fld>
            <a:endParaRPr lang="zh-CN" altLang="en-US"/>
          </a:p>
        </p:txBody>
      </p:sp>
      <p:grpSp>
        <p:nvGrpSpPr>
          <p:cNvPr id="11" name="组合 10"/>
          <p:cNvGrpSpPr/>
          <p:nvPr userDrawn="1"/>
        </p:nvGrpSpPr>
        <p:grpSpPr>
          <a:xfrm rot="16200000">
            <a:off x="5689292" y="279092"/>
            <a:ext cx="6858003" cy="6299816"/>
            <a:chOff x="1" y="5449523"/>
            <a:chExt cx="12192000" cy="6299816"/>
          </a:xfrm>
        </p:grpSpPr>
        <p:sp>
          <p:nvSpPr>
            <p:cNvPr id="8" name="矩形 7"/>
            <p:cNvSpPr/>
            <p:nvPr userDrawn="1"/>
          </p:nvSpPr>
          <p:spPr>
            <a:xfrm>
              <a:off x="1" y="5558087"/>
              <a:ext cx="12192000" cy="61912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20"/>
            </a:p>
          </p:txBody>
        </p:sp>
        <p:sp>
          <p:nvSpPr>
            <p:cNvPr id="9" name="矩形 8"/>
            <p:cNvSpPr/>
            <p:nvPr userDrawn="1"/>
          </p:nvSpPr>
          <p:spPr>
            <a:xfrm>
              <a:off x="1" y="5449523"/>
              <a:ext cx="12192000" cy="108564"/>
            </a:xfrm>
            <a:prstGeom prst="rect">
              <a:avLst/>
            </a:pr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20"/>
            </a:p>
          </p:txBody>
        </p:sp>
      </p:grpSp>
      <p:sp>
        <p:nvSpPr>
          <p:cNvPr id="2" name="Title 1"/>
          <p:cNvSpPr>
            <a:spLocks noGrp="1"/>
          </p:cNvSpPr>
          <p:nvPr>
            <p:ph type="ctrTitle"/>
          </p:nvPr>
        </p:nvSpPr>
        <p:spPr>
          <a:xfrm>
            <a:off x="6248400" y="1274763"/>
            <a:ext cx="5848350" cy="2387600"/>
          </a:xfrm>
        </p:spPr>
        <p:txBody>
          <a:bodyPr anchor="b">
            <a:normAutofit/>
          </a:bodyPr>
          <a:lstStyle>
            <a:lvl1pPr algn="ctr">
              <a:defRPr sz="54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6248400" y="4005265"/>
            <a:ext cx="5848350" cy="6270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2800350" y="2952750"/>
            <a:ext cx="8547100" cy="1609725"/>
          </a:xfrm>
        </p:spPr>
        <p:txBody>
          <a:bodyPr anchor="t" anchorCtr="0">
            <a:normAutofit/>
          </a:bodyPr>
          <a:lstStyle>
            <a:lvl1pPr algn="ctr">
              <a:defRPr sz="4400" b="1"/>
            </a:lvl1p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Date Placeholder 3"/>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864000"/>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86100" y="1862931"/>
            <a:ext cx="6019800" cy="3132138"/>
          </a:xfrm>
          <a:ln w="66675" cmpd="sng">
            <a:solidFill>
              <a:schemeClr val="bg1"/>
            </a:solidFill>
          </a:ln>
        </p:spPr>
        <p:txBody>
          <a:bodyPr>
            <a:noAutofit/>
          </a:bodyPr>
          <a:lstStyle>
            <a:lvl1pPr algn="ctr">
              <a:defRPr sz="9600"/>
            </a:lvl1pPr>
          </a:lstStyle>
          <a:p>
            <a:r>
              <a:rPr lang="zh-CN" altLang="en-US" dirty="0" smtClean="0"/>
              <a:t>编辑标题</a:t>
            </a:r>
            <a:endParaRPr lang="en-US" dirty="0"/>
          </a:p>
        </p:txBody>
      </p:sp>
      <p:sp>
        <p:nvSpPr>
          <p:cNvPr id="3" name="Date Placeholder 2"/>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Title 1"/>
          <p:cNvSpPr>
            <a:spLocks noGrp="1"/>
          </p:cNvSpPr>
          <p:nvPr>
            <p:ph type="title"/>
          </p:nvPr>
        </p:nvSpPr>
        <p:spPr>
          <a:xfrm>
            <a:off x="1481931"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5778449" y="457200"/>
            <a:ext cx="4869395" cy="541178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481931" y="2057400"/>
            <a:ext cx="3932237"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ly-arranged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1660A90-06ED-4147-B6DB-D950C5196BD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5026EB3-4B35-40F8-9FF5-C806BEDF568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EC61D3F-34E9-4F9D-84A2-72367D9F9A6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254DC01-BD11-43BE-8FE9-19C0CFD26E47}" type="slidenum">
              <a:rPr lang="zh-CN" altLang="en-US" smtClean="0"/>
            </a:fld>
            <a:endParaRPr lang="zh-CN" altLang="en-US"/>
          </a:p>
        </p:txBody>
      </p:sp>
      <p:sp>
        <p:nvSpPr>
          <p:cNvPr id="9" name="文本占位符 8"/>
          <p:cNvSpPr>
            <a:spLocks noGrp="1"/>
          </p:cNvSpPr>
          <p:nvPr>
            <p:ph type="body" sz="quarter" idx="13"/>
          </p:nvPr>
        </p:nvSpPr>
        <p:spPr>
          <a:xfrm>
            <a:off x="838203" y="255122"/>
            <a:ext cx="10515596" cy="5817709"/>
          </a:xfrm>
        </p:spPr>
        <p:txBody>
          <a:bodyPr>
            <a:normAutofit/>
          </a:bodyPr>
          <a:lstStyle>
            <a:lvl1pPr marL="0" indent="0">
              <a:buFontTx/>
              <a:buNone/>
              <a:defRPr sz="2400">
                <a:solidFill>
                  <a:schemeClr val="accent1">
                    <a:lumMod val="20000"/>
                    <a:lumOff val="80000"/>
                  </a:schemeClr>
                </a:solidFill>
              </a:defRPr>
            </a:lvl1pPr>
            <a:lvl2pPr marL="393700" indent="0">
              <a:buFontTx/>
              <a:buNone/>
              <a:defRPr sz="2000">
                <a:solidFill>
                  <a:schemeClr val="accent1">
                    <a:lumMod val="20000"/>
                    <a:lumOff val="80000"/>
                  </a:schemeClr>
                </a:solidFill>
              </a:defRPr>
            </a:lvl2pPr>
            <a:lvl3pPr marL="661035" indent="0">
              <a:buFontTx/>
              <a:buNone/>
              <a:defRPr sz="1800">
                <a:solidFill>
                  <a:schemeClr val="accent1">
                    <a:lumMod val="20000"/>
                    <a:lumOff val="80000"/>
                  </a:schemeClr>
                </a:solidFill>
              </a:defRPr>
            </a:lvl3pPr>
            <a:lvl4pPr marL="851535" indent="0">
              <a:buFontTx/>
              <a:buNone/>
              <a:defRPr sz="1800">
                <a:solidFill>
                  <a:schemeClr val="accent1">
                    <a:lumMod val="20000"/>
                    <a:lumOff val="80000"/>
                  </a:schemeClr>
                </a:solidFill>
              </a:defRPr>
            </a:lvl4pPr>
            <a:lvl5pPr marL="1054735" indent="0">
              <a:buFontTx/>
              <a:buNone/>
              <a:defRPr sz="1800">
                <a:solidFill>
                  <a:schemeClr val="accent1">
                    <a:lumMod val="20000"/>
                    <a:lumOff val="80000"/>
                  </a:schemeClr>
                </a:solidFill>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 name="组合 9"/>
          <p:cNvGrpSpPr/>
          <p:nvPr userDrawn="1"/>
        </p:nvGrpSpPr>
        <p:grpSpPr>
          <a:xfrm>
            <a:off x="0" y="0"/>
            <a:ext cx="12192000" cy="6858000"/>
            <a:chOff x="0" y="0"/>
            <a:chExt cx="12192000" cy="6858000"/>
          </a:xfrm>
        </p:grpSpPr>
        <p:pic>
          <p:nvPicPr>
            <p:cNvPr id="9" name="图片 8"/>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p:cNvSpPr/>
            <p:nvPr userDrawn="1"/>
          </p:nvSpPr>
          <p:spPr>
            <a:xfrm>
              <a:off x="0" y="0"/>
              <a:ext cx="12192000" cy="6858000"/>
            </a:xfrm>
            <a:prstGeom prst="rect">
              <a:avLst/>
            </a:prstGeom>
            <a:gradFill flip="none" rotWithShape="1">
              <a:gsLst>
                <a:gs pos="0">
                  <a:schemeClr val="accent1">
                    <a:lumMod val="60000"/>
                    <a:lumOff val="40000"/>
                    <a:alpha val="83000"/>
                  </a:schemeClr>
                </a:gs>
                <a:gs pos="100000">
                  <a:schemeClr val="accent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CFC"/>
                </a:solidFill>
              </a:endParaRPr>
            </a:p>
          </p:txBody>
        </p:sp>
      </p:grpSp>
      <p:sp>
        <p:nvSpPr>
          <p:cNvPr id="2" name="Title Placeholder 1"/>
          <p:cNvSpPr>
            <a:spLocks noGrp="1"/>
          </p:cNvSpPr>
          <p:nvPr>
            <p:ph type="title"/>
            <p:custDataLst>
              <p:tags r:id="rId12"/>
            </p:custDataLst>
          </p:nvPr>
        </p:nvSpPr>
        <p:spPr>
          <a:xfrm>
            <a:off x="838200" y="365125"/>
            <a:ext cx="10515600" cy="864000"/>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custDataLst>
              <p:tags r:id="rId13"/>
            </p:custDataLst>
          </p:nvPr>
        </p:nvSpPr>
        <p:spPr>
          <a:xfrm>
            <a:off x="838200" y="1390650"/>
            <a:ext cx="10515600" cy="4786313"/>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660A90-06ED-4147-B6DB-D950C5196BD0}"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026EB3-4B35-40F8-9FF5-C806BEDF568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4.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4.xml"/><Relationship Id="rId3" Type="http://schemas.openxmlformats.org/officeDocument/2006/relationships/image" Target="../media/image3.png"/><Relationship Id="rId2" Type="http://schemas.openxmlformats.org/officeDocument/2006/relationships/tags" Target="../tags/tag13.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en-US" altLang="zh-CN" dirty="0"/>
              <a:t>BookSwap Marketplace</a:t>
            </a:r>
            <a:endParaRPr lang="en-US" altLang="zh-CN" dirty="0"/>
          </a:p>
        </p:txBody>
      </p:sp>
      <p:sp>
        <p:nvSpPr>
          <p:cNvPr id="3" name="副标题 2"/>
          <p:cNvSpPr>
            <a:spLocks noGrp="1"/>
          </p:cNvSpPr>
          <p:nvPr>
            <p:ph type="subTitle" idx="1"/>
            <p:custDataLst>
              <p:tags r:id="rId2"/>
            </p:custDataLst>
          </p:nvPr>
        </p:nvSpPr>
        <p:spPr>
          <a:xfrm>
            <a:off x="6248400" y="4005580"/>
            <a:ext cx="5848350" cy="967740"/>
          </a:xfrm>
        </p:spPr>
        <p:txBody>
          <a:bodyPr>
            <a:normAutofit/>
          </a:bodyPr>
          <a:lstStyle/>
          <a:p>
            <a:r>
              <a:rPr lang="en-US" altLang="zh-CN" dirty="0"/>
              <a:t>Student: Shukirillaev Mukhammadsodik</a:t>
            </a:r>
            <a:endParaRPr lang="en-US" altLang="zh-CN" dirty="0"/>
          </a:p>
          <a:p>
            <a:r>
              <a:rPr lang="en-US" altLang="zh-CN" dirty="0"/>
              <a:t>ID: 202438379</a:t>
            </a:r>
            <a:endParaRPr lang="en-US" altLang="zh-CN" dirty="0"/>
          </a:p>
        </p:txBody>
      </p:sp>
    </p:spTree>
    <p:custDataLst>
      <p:tags r:id="rId3"/>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en-US" b="1" dirty="0">
                <a:latin typeface="Arial Bold" panose="020B0604020202090204" charset="0"/>
                <a:cs typeface="Arial Bold" panose="020B0604020202090204" charset="0"/>
              </a:rPr>
              <a:t>Project Overview &amp; Architecture</a:t>
            </a:r>
            <a:endParaRPr lang="en-US" altLang="en-US" b="1" dirty="0">
              <a:latin typeface="Arial Bold" panose="020B0604020202090204" charset="0"/>
              <a:cs typeface="Arial Bold" panose="020B0604020202090204" charset="0"/>
            </a:endParaRPr>
          </a:p>
        </p:txBody>
      </p:sp>
      <p:sp>
        <p:nvSpPr>
          <p:cNvPr id="3" name="内容占位符 2"/>
          <p:cNvSpPr>
            <a:spLocks noGrp="1"/>
          </p:cNvSpPr>
          <p:nvPr>
            <p:ph sz="half" idx="1"/>
            <p:custDataLst>
              <p:tags r:id="rId2"/>
            </p:custDataLst>
          </p:nvPr>
        </p:nvSpPr>
        <p:spPr>
          <a:xfrm>
            <a:off x="441325" y="1825625"/>
            <a:ext cx="11068685" cy="4351655"/>
          </a:xfrm>
        </p:spPr>
        <p:txBody>
          <a:bodyPr>
            <a:normAutofit/>
          </a:bodyPr>
          <a:lstStyle/>
          <a:p>
            <a:pPr marL="0" indent="457200">
              <a:buNone/>
            </a:pPr>
            <a:r>
              <a:rPr lang="en-US" altLang="en-US" sz="3200" dirty="0"/>
              <a:t>- Technology Stack: Spring Boot 3.2.0, Java 17, JWT, H2 Database, Swagger</a:t>
            </a:r>
            <a:endParaRPr lang="en-US" altLang="en-US" sz="3200" dirty="0"/>
          </a:p>
          <a:p>
            <a:pPr marL="0" indent="457200">
              <a:buNone/>
            </a:pPr>
            <a:endParaRPr lang="en-US" altLang="en-US" sz="3200" dirty="0"/>
          </a:p>
          <a:p>
            <a:pPr marL="0" indent="457200">
              <a:buNone/>
            </a:pPr>
            <a:r>
              <a:rPr lang="en-US" altLang="en-US" sz="3200" dirty="0"/>
              <a:t>- Architecture: RESTful API with layered architecture</a:t>
            </a:r>
            <a:endParaRPr lang="en-US" altLang="en-US" sz="3200" dirty="0"/>
          </a:p>
          <a:p>
            <a:pPr marL="0" indent="457200">
              <a:buNone/>
            </a:pPr>
            <a:endParaRPr lang="en-US" altLang="en-US" sz="3200" dirty="0"/>
          </a:p>
          <a:p>
            <a:pPr marL="0" indent="457200">
              <a:buNone/>
            </a:pPr>
            <a:r>
              <a:rPr lang="en-US" altLang="en-US" sz="3200" dirty="0"/>
              <a:t>- Main Features: Book swapping marketplace with authentication, search, and transaction management</a:t>
            </a:r>
            <a:endParaRPr lang="en-US" altLang="en-US" sz="3200" dirty="0"/>
          </a:p>
        </p:txBody>
      </p:sp>
    </p:spTree>
    <p:custDataLst>
      <p:tags r:id="rId3"/>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dirty="0"/>
              <a:t>Running maven on terminal</a:t>
            </a:r>
            <a:endParaRPr lang="en-US" altLang="zh-CN" dirty="0"/>
          </a:p>
        </p:txBody>
      </p:sp>
      <p:sp>
        <p:nvSpPr>
          <p:cNvPr id="3" name="内容占位符 2"/>
          <p:cNvSpPr>
            <a:spLocks noGrp="1"/>
          </p:cNvSpPr>
          <p:nvPr>
            <p:ph idx="1"/>
            <p:custDataLst>
              <p:tags r:id="rId2"/>
            </p:custDataLst>
          </p:nvPr>
        </p:nvSpPr>
        <p:spPr/>
        <p:txBody>
          <a:bodyPr>
            <a:normAutofit/>
          </a:bodyPr>
          <a:lstStyle/>
          <a:p>
            <a:r>
              <a:rPr lang="zh-CN" altLang="en-US" dirty="0"/>
              <a:t>Lorem ipsum dolor sit amet, consectetur adipisicing elit, sed do eiusmod tempor incididunt ut labore et dolore magna aliqua. Ut enim ad minim veniam, quis nostrud exercitation ullamco laboris nisi ut aliquip ex ea commodo consequat.</a:t>
            </a:r>
            <a:endParaRPr lang="zh-CN" altLang="en-US" dirty="0"/>
          </a:p>
        </p:txBody>
      </p:sp>
    </p:spTree>
    <p:custDataLst>
      <p:tags r:id="rId3"/>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dirty="0"/>
              <a:t>Running maven on terminal</a:t>
            </a:r>
            <a:endParaRPr lang="en-US" altLang="zh-CN" dirty="0"/>
          </a:p>
        </p:txBody>
      </p:sp>
      <p:sp>
        <p:nvSpPr>
          <p:cNvPr id="3" name="内容占位符 2"/>
          <p:cNvSpPr>
            <a:spLocks noGrp="1"/>
          </p:cNvSpPr>
          <p:nvPr>
            <p:ph idx="1"/>
            <p:custDataLst>
              <p:tags r:id="rId2"/>
            </p:custDataLst>
          </p:nvPr>
        </p:nvSpPr>
        <p:spPr/>
        <p:txBody>
          <a:bodyPr>
            <a:normAutofit/>
          </a:bodyPr>
          <a:lstStyle/>
          <a:p>
            <a:r>
              <a:rPr lang="zh-CN" altLang="en-US" dirty="0"/>
              <a:t>Lorem ipsum dolor sit amet, consectetur adipisicing elit, sed do eiusmod tempor incididunt ut labore et dolore magna aliqua. Ut enim ad minim veniam, quis nostrud exercitation ullamco laboris nisi ut aliquip ex ea commodo consequat.</a:t>
            </a:r>
            <a:endParaRPr lang="zh-CN" altLang="en-US" dirty="0"/>
          </a:p>
        </p:txBody>
      </p:sp>
      <p:pic>
        <p:nvPicPr>
          <p:cNvPr id="4" name="Picture 3" descr="Screenshot 2025-11-07 at 3.21.52 PM"/>
          <p:cNvPicPr>
            <a:picLocks noChangeAspect="1"/>
          </p:cNvPicPr>
          <p:nvPr/>
        </p:nvPicPr>
        <p:blipFill>
          <a:blip r:embed="rId3"/>
          <a:stretch>
            <a:fillRect/>
          </a:stretch>
        </p:blipFill>
        <p:spPr>
          <a:xfrm>
            <a:off x="1369060" y="2743835"/>
            <a:ext cx="8293100" cy="3035300"/>
          </a:xfrm>
          <a:prstGeom prst="rect">
            <a:avLst/>
          </a:prstGeom>
        </p:spPr>
      </p:pic>
    </p:spTree>
    <p:custDataLst>
      <p:tags r:id="rId4"/>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smtClean="0"/>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160569"/>
</p:tagLst>
</file>

<file path=ppt/tags/tag2.xml><?xml version="1.0" encoding="utf-8"?>
<p:tagLst xmlns:p="http://schemas.openxmlformats.org/presentationml/2006/main">
  <p:tag name="KSO_WM_TAG_VERSION" val="1.0"/>
  <p:tag name="KSO_WM_TEMPLATE_CATEGORY" val="custom"/>
  <p:tag name="KSO_WM_TEMPLATE_INDEX" val="160569"/>
</p:tagLst>
</file>

<file path=ppt/tags/tag3.xml><?xml version="1.0" encoding="utf-8"?>
<p:tagLst xmlns:p="http://schemas.openxmlformats.org/presentationml/2006/main">
  <p:tag name="KSO_WM_TAG_VERSION" val="1.0"/>
  <p:tag name="KSO_WM_BEAUTIFY_FLAG" val="#wm#"/>
  <p:tag name="KSO_WM_TEMPLATE_CATEGORY" val="custom"/>
  <p:tag name="KSO_WM_TEMPLATE_INDEX" val="160569"/>
  <p:tag name="KSO_WM_UNIT_TYPE" val="a"/>
  <p:tag name="KSO_WM_UNIT_INDEX" val="1"/>
  <p:tag name="KSO_WM_UNIT_ID" val="custom160569_1*a*1"/>
  <p:tag name="KSO_WM_UNIT_CLEAR" val="1"/>
  <p:tag name="KSO_WM_UNIT_LAYERLEVEL" val="1"/>
  <p:tag name="KSO_WM_UNIT_VALUE" val="27"/>
  <p:tag name="KSO_WM_UNIT_ISCONTENTSTITLE" val="0"/>
  <p:tag name="KSO_WM_UNIT_HIGHLIGHT" val="0"/>
  <p:tag name="KSO_WM_UNIT_COMPATIBLE" val="0"/>
  <p:tag name="KSO_WM_UNIT_PRESET_TEXT_INDEX" val="3"/>
  <p:tag name="KSO_WM_UNIT_PRESET_TEXT_LEN" val="17"/>
</p:tagLst>
</file>

<file path=ppt/tags/tag4.xml><?xml version="1.0" encoding="utf-8"?>
<p:tagLst xmlns:p="http://schemas.openxmlformats.org/presentationml/2006/main">
  <p:tag name="KSO_WM_TAG_VERSION" val="1.0"/>
  <p:tag name="KSO_WM_BEAUTIFY_FLAG" val="#wm#"/>
  <p:tag name="KSO_WM_TEMPLATE_CATEGORY" val="custom"/>
  <p:tag name="KSO_WM_TEMPLATE_INDEX" val="160569"/>
  <p:tag name="KSO_WM_UNIT_TYPE" val="b"/>
  <p:tag name="KSO_WM_UNIT_INDEX" val="1"/>
  <p:tag name="KSO_WM_UNIT_ID" val="custom160569_1*b*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5.xml><?xml version="1.0" encoding="utf-8"?>
<p:tagLst xmlns:p="http://schemas.openxmlformats.org/presentationml/2006/main">
  <p:tag name="KSO_WM_TEMPLATE_THUMBS_INDEX" val="1、4、5、6、10、13、14、15、20、22、23、29、30、31、32"/>
  <p:tag name="KSO_WM_TEMPLATE_CATEGORY" val="custom"/>
  <p:tag name="KSO_WM_TEMPLATE_INDEX" val="160569"/>
  <p:tag name="KSO_WM_TAG_VERSION" val="1.0"/>
  <p:tag name="KSO_WM_SLIDE_ID" val="custom160569_1"/>
  <p:tag name="KSO_WM_SLIDE_INDEX" val="1"/>
  <p:tag name="KSO_WM_SLIDE_ITEM_CNT" val="2"/>
  <p:tag name="KSO_WM_SLIDE_LAYOUT" val="a_b"/>
  <p:tag name="KSO_WM_SLIDE_LAYOUT_CNT" val="1_1"/>
  <p:tag name="KSO_WM_SLIDE_TYPE" val="title"/>
  <p:tag name="KSO_WM_BEAUTIFY_FLAG" val="#wm#"/>
</p:tagLst>
</file>

<file path=ppt/tags/tag6.xml><?xml version="1.0" encoding="utf-8"?>
<p:tagLst xmlns:p="http://schemas.openxmlformats.org/presentationml/2006/main">
  <p:tag name="KSO_WM_TAG_VERSION" val="1.0"/>
  <p:tag name="KSO_WM_BEAUTIFY_FLAG" val="#wm#"/>
  <p:tag name="KSO_WM_TEMPLATE_CATEGORY" val="custom"/>
  <p:tag name="KSO_WM_TEMPLATE_INDEX" val="160569"/>
  <p:tag name="KSO_WM_UNIT_TYPE" val="a"/>
  <p:tag name="KSO_WM_UNIT_INDEX" val="1"/>
  <p:tag name="KSO_WM_UNIT_ID" val="custom160569_3*a*1"/>
  <p:tag name="KSO_WM_UNIT_CLEAR" val="1"/>
  <p:tag name="KSO_WM_UNIT_LAYERLEVEL" val="1"/>
  <p:tag name="KSO_WM_UNIT_VALUE" val="25"/>
  <p:tag name="KSO_WM_UNIT_ISCONTENTSTITLE" val="0"/>
  <p:tag name="KSO_WM_UNIT_HIGHLIGHT" val="0"/>
  <p:tag name="KSO_WM_UNIT_COMPATIBLE" val="0"/>
  <p:tag name="KSO_WM_UNIT_PRESET_TEXT_INDEX" val="3"/>
  <p:tag name="KSO_WM_UNIT_PRESET_TEXT_LEN" val="17"/>
</p:tagLst>
</file>

<file path=ppt/tags/tag7.xml><?xml version="1.0" encoding="utf-8"?>
<p:tagLst xmlns:p="http://schemas.openxmlformats.org/presentationml/2006/main">
  <p:tag name="KSO_WM_TAG_VERSION" val="1.0"/>
  <p:tag name="KSO_WM_BEAUTIFY_FLAG" val="#wm#"/>
  <p:tag name="KSO_WM_TEMPLATE_CATEGORY" val="custom"/>
  <p:tag name="KSO_WM_TEMPLATE_INDEX" val="160569"/>
  <p:tag name="KSO_WM_UNIT_TYPE" val="f"/>
  <p:tag name="KSO_WM_UNIT_INDEX" val="1"/>
  <p:tag name="KSO_WM_UNIT_ID" val="custom160569_3*f*1"/>
  <p:tag name="KSO_WM_UNIT_CLEAR" val="1"/>
  <p:tag name="KSO_WM_UNIT_LAYERLEVEL" val="1"/>
  <p:tag name="KSO_WM_UNIT_VALUE" val="208"/>
  <p:tag name="KSO_WM_UNIT_HIGHLIGHT" val="0"/>
  <p:tag name="KSO_WM_UNIT_COMPATIBLE" val="0"/>
  <p:tag name="KSO_WM_UNIT_PRESET_TEXT_INDEX" val="4"/>
  <p:tag name="KSO_WM_UNIT_PRESET_TEXT_LEN" val="157"/>
</p:tagLst>
</file>

<file path=ppt/tags/tag8.xml><?xml version="1.0" encoding="utf-8"?>
<p:tagLst xmlns:p="http://schemas.openxmlformats.org/presentationml/2006/main">
  <p:tag name="KSO_WM_TEMPLATE_CATEGORY" val="custom"/>
  <p:tag name="KSO_WM_TEMPLATE_INDEX" val="160569"/>
  <p:tag name="KSO_WM_TAG_VERSION" val="1.0"/>
  <p:tag name="KSO_WM_SLIDE_ID" val="custom160569_3"/>
  <p:tag name="KSO_WM_SLIDE_INDEX" val="3"/>
  <p:tag name="KSO_WM_SLIDE_ITEM_CNT" val="2"/>
  <p:tag name="KSO_WM_SLIDE_LAYOUT" val="a_f"/>
  <p:tag name="KSO_WM_SLIDE_LAYOUT_CNT" val="1_2"/>
  <p:tag name="KSO_WM_SLIDE_TYPE" val="text"/>
  <p:tag name="KSO_WM_BEAUTIFY_FLAG" val="#wm#"/>
  <p:tag name="KSO_WM_SLIDE_POSITION" val="66*144"/>
  <p:tag name="KSO_WM_SLIDE_SIZE" val="828*343"/>
</p:tagLst>
</file>

<file path=ppt/tags/tag9.xml><?xml version="1.0" encoding="utf-8"?>
<p:tagLst xmlns:p="http://schemas.openxmlformats.org/presentationml/2006/main">
  <p:tag name="KSO_WM_TAG_VERSION" val="1.0"/>
  <p:tag name="KSO_WM_BEAUTIFY_FLAG" val="#wm#"/>
  <p:tag name="KSO_WM_TEMPLATE_CATEGORY" val="custom"/>
  <p:tag name="KSO_WM_TEMPLATE_INDEX" val="160569"/>
  <p:tag name="KSO_WM_UNIT_TYPE" val="a"/>
  <p:tag name="KSO_WM_UNIT_INDEX" val="1"/>
  <p:tag name="KSO_WM_UNIT_ID" val="custom160569_2*a*1"/>
  <p:tag name="KSO_WM_UNIT_CLEAR" val="1"/>
  <p:tag name="KSO_WM_UNIT_LAYERLEVEL" val="1"/>
  <p:tag name="KSO_WM_UNIT_VALUE" val="25"/>
  <p:tag name="KSO_WM_UNIT_ISCONTENTSTITLE" val="0"/>
  <p:tag name="KSO_WM_UNIT_HIGHLIGHT" val="0"/>
  <p:tag name="KSO_WM_UNIT_COMPATIBLE" val="0"/>
  <p:tag name="KSO_WM_UNIT_PRESET_TEXT_INDEX" val="3"/>
  <p:tag name="KSO_WM_UNIT_PRESET_TEXT_LEN" val="17"/>
</p:tagLst>
</file>

<file path=ppt/tags/tag10.xml><?xml version="1.0" encoding="utf-8"?>
<p:tagLst xmlns:p="http://schemas.openxmlformats.org/presentationml/2006/main">
  <p:tag name="KSO_WM_TAG_VERSION" val="1.0"/>
  <p:tag name="KSO_WM_BEAUTIFY_FLAG" val="#wm#"/>
  <p:tag name="KSO_WM_TEMPLATE_CATEGORY" val="custom"/>
  <p:tag name="KSO_WM_TEMPLATE_INDEX" val="160569"/>
  <p:tag name="KSO_WM_UNIT_TYPE" val="f"/>
  <p:tag name="KSO_WM_UNIT_INDEX" val="1"/>
  <p:tag name="KSO_WM_UNIT_ID" val="custom160569_2*f*1"/>
  <p:tag name="KSO_WM_UNIT_CLEAR" val="1"/>
  <p:tag name="KSO_WM_UNIT_LAYERLEVEL" val="1"/>
  <p:tag name="KSO_WM_UNIT_VALUE" val="462"/>
  <p:tag name="KSO_WM_UNIT_HIGHLIGHT" val="0"/>
  <p:tag name="KSO_WM_UNIT_COMPATIBLE" val="0"/>
  <p:tag name="KSO_WM_UNIT_PRESET_TEXT_INDEX" val="5"/>
  <p:tag name="KSO_WM_UNIT_PRESET_TEXT_LEN" val="232"/>
</p:tagLst>
</file>

<file path=ppt/tags/tag11.xml><?xml version="1.0" encoding="utf-8"?>
<p:tagLst xmlns:p="http://schemas.openxmlformats.org/presentationml/2006/main">
  <p:tag name="KSO_WM_TEMPLATE_CATEGORY" val="custom"/>
  <p:tag name="KSO_WM_TEMPLATE_INDEX" val="160569"/>
  <p:tag name="KSO_WM_TAG_VERSION" val="1.0"/>
  <p:tag name="KSO_WM_SLIDE_ID" val="custom160569_2"/>
  <p:tag name="KSO_WM_SLIDE_INDEX" val="2"/>
  <p:tag name="KSO_WM_SLIDE_ITEM_CNT" val="1"/>
  <p:tag name="KSO_WM_SLIDE_LAYOUT" val="a_f"/>
  <p:tag name="KSO_WM_SLIDE_LAYOUT_CNT" val="1_1"/>
  <p:tag name="KSO_WM_SLIDE_TYPE" val="text"/>
  <p:tag name="KSO_WM_BEAUTIFY_FLAG" val="#wm#"/>
  <p:tag name="KSO_WM_SLIDE_POSITION" val="66*110"/>
  <p:tag name="KSO_WM_SLIDE_SIZE" val="828*377"/>
</p:tagLst>
</file>

<file path=ppt/tags/tag12.xml><?xml version="1.0" encoding="utf-8"?>
<p:tagLst xmlns:p="http://schemas.openxmlformats.org/presentationml/2006/main">
  <p:tag name="KSO_WM_TAG_VERSION" val="1.0"/>
  <p:tag name="KSO_WM_BEAUTIFY_FLAG" val="#wm#"/>
  <p:tag name="KSO_WM_TEMPLATE_CATEGORY" val="custom"/>
  <p:tag name="KSO_WM_TEMPLATE_INDEX" val="160569"/>
  <p:tag name="KSO_WM_UNIT_TYPE" val="a"/>
  <p:tag name="KSO_WM_UNIT_INDEX" val="1"/>
  <p:tag name="KSO_WM_UNIT_ID" val="custom160569_2*a*1"/>
  <p:tag name="KSO_WM_UNIT_CLEAR" val="1"/>
  <p:tag name="KSO_WM_UNIT_LAYERLEVEL" val="1"/>
  <p:tag name="KSO_WM_UNIT_VALUE" val="25"/>
  <p:tag name="KSO_WM_UNIT_ISCONTENTSTITLE" val="0"/>
  <p:tag name="KSO_WM_UNIT_HIGHLIGHT" val="0"/>
  <p:tag name="KSO_WM_UNIT_COMPATIBLE" val="0"/>
  <p:tag name="KSO_WM_UNIT_PRESET_TEXT_INDEX" val="3"/>
  <p:tag name="KSO_WM_UNIT_PRESET_TEXT_LEN" val="17"/>
</p:tagLst>
</file>

<file path=ppt/tags/tag13.xml><?xml version="1.0" encoding="utf-8"?>
<p:tagLst xmlns:p="http://schemas.openxmlformats.org/presentationml/2006/main">
  <p:tag name="KSO_WM_TAG_VERSION" val="1.0"/>
  <p:tag name="KSO_WM_BEAUTIFY_FLAG" val="#wm#"/>
  <p:tag name="KSO_WM_TEMPLATE_CATEGORY" val="custom"/>
  <p:tag name="KSO_WM_TEMPLATE_INDEX" val="160569"/>
  <p:tag name="KSO_WM_UNIT_TYPE" val="f"/>
  <p:tag name="KSO_WM_UNIT_INDEX" val="1"/>
  <p:tag name="KSO_WM_UNIT_ID" val="custom160569_2*f*1"/>
  <p:tag name="KSO_WM_UNIT_CLEAR" val="1"/>
  <p:tag name="KSO_WM_UNIT_LAYERLEVEL" val="1"/>
  <p:tag name="KSO_WM_UNIT_VALUE" val="462"/>
  <p:tag name="KSO_WM_UNIT_HIGHLIGHT" val="0"/>
  <p:tag name="KSO_WM_UNIT_COMPATIBLE" val="0"/>
  <p:tag name="KSO_WM_UNIT_PRESET_TEXT_INDEX" val="5"/>
  <p:tag name="KSO_WM_UNIT_PRESET_TEXT_LEN" val="232"/>
</p:tagLst>
</file>

<file path=ppt/tags/tag14.xml><?xml version="1.0" encoding="utf-8"?>
<p:tagLst xmlns:p="http://schemas.openxmlformats.org/presentationml/2006/main">
  <p:tag name="KSO_WM_TEMPLATE_CATEGORY" val="custom"/>
  <p:tag name="KSO_WM_TEMPLATE_INDEX" val="160569"/>
  <p:tag name="KSO_WM_TAG_VERSION" val="1.0"/>
  <p:tag name="KSO_WM_SLIDE_ID" val="custom160569_2"/>
  <p:tag name="KSO_WM_SLIDE_INDEX" val="2"/>
  <p:tag name="KSO_WM_SLIDE_ITEM_CNT" val="1"/>
  <p:tag name="KSO_WM_SLIDE_LAYOUT" val="a_f"/>
  <p:tag name="KSO_WM_SLIDE_LAYOUT_CNT" val="1_1"/>
  <p:tag name="KSO_WM_SLIDE_TYPE" val="text"/>
  <p:tag name="KSO_WM_BEAUTIFY_FLAG" val="#wm#"/>
  <p:tag name="KSO_WM_SLIDE_POSITION" val="66*110"/>
  <p:tag name="KSO_WM_SLIDE_SIZE" val="828*377"/>
</p:tagLst>
</file>

<file path=ppt/tags/tag15.xml><?xml version="1.0" encoding="utf-8"?>
<p:tagLst xmlns:p="http://schemas.openxmlformats.org/presentationml/2006/main">
  <p:tag name="KSO_WM_TAG_VERSION" val="1.0"/>
  <p:tag name="KSO_WM_BEAUTIFY_FLAG" val="#wm#"/>
  <p:tag name="KSO_WM_TEMPLATE_CATEGORY" val="custom"/>
  <p:tag name="KSO_WM_TEMPLATE_INDEX" val="160569"/>
  <p:tag name="KSO_WM_UNIT_TYPE" val="a"/>
  <p:tag name="KSO_WM_UNIT_INDEX" val="1"/>
  <p:tag name="KSO_WM_UNIT_ID" val="custom160569_32*a*1"/>
  <p:tag name="KSO_WM_UNIT_CLEAR" val="1"/>
  <p:tag name="KSO_WM_UNIT_LAYERLEVEL" val="1"/>
  <p:tag name="KSO_WM_UNIT_VALUE" val="10"/>
  <p:tag name="KSO_WM_UNIT_ISCONTENTSTITLE" val="0"/>
  <p:tag name="KSO_WM_UNIT_HIGHLIGHT" val="0"/>
  <p:tag name="KSO_WM_UNIT_COMPATIBLE" val="0"/>
  <p:tag name="KSO_WM_UNIT_PRESET_TEXT" val="THANKS"/>
</p:tagLst>
</file>

<file path=ppt/tags/tag16.xml><?xml version="1.0" encoding="utf-8"?>
<p:tagLst xmlns:p="http://schemas.openxmlformats.org/presentationml/2006/main">
  <p:tag name="KSO_WM_TEMPLATE_CATEGORY" val="custom"/>
  <p:tag name="KSO_WM_TEMPLATE_INDEX" val="160569"/>
  <p:tag name="KSO_WM_TAG_VERSION" val="1.0"/>
  <p:tag name="KSO_WM_SLIDE_ID" val="custom160569_32"/>
  <p:tag name="KSO_WM_SLIDE_INDEX" val="32"/>
  <p:tag name="KSO_WM_SLIDE_ITEM_CNT" val="1"/>
  <p:tag name="KSO_WM_SLIDE_LAYOUT" val="a"/>
  <p:tag name="KSO_WM_SLIDE_LAYOUT_CNT" val="1"/>
  <p:tag name="KSO_WM_SLIDE_TYPE" val="endPage"/>
  <p:tag name="KSO_WM_BEAUTIFY_FLAG" val="#wm#"/>
</p:tagLst>
</file>

<file path=ppt/theme/theme1.xml><?xml version="1.0" encoding="utf-8"?>
<a:theme xmlns:a="http://schemas.openxmlformats.org/drawingml/2006/main" name="Office Theme">
  <a:themeElements>
    <a:clrScheme name="160569">
      <a:dk1>
        <a:sysClr val="windowText" lastClr="000000"/>
      </a:dk1>
      <a:lt1>
        <a:sysClr val="window" lastClr="FFFFFF"/>
      </a:lt1>
      <a:dk2>
        <a:srgbClr val="44546A"/>
      </a:dk2>
      <a:lt2>
        <a:srgbClr val="E7E6E6"/>
      </a:lt2>
      <a:accent1>
        <a:srgbClr val="197CB3"/>
      </a:accent1>
      <a:accent2>
        <a:srgbClr val="EEB500"/>
      </a:accent2>
      <a:accent3>
        <a:srgbClr val="92D050"/>
      </a:accent3>
      <a:accent4>
        <a:srgbClr val="954F72"/>
      </a:accent4>
      <a:accent5>
        <a:srgbClr val="4472C4"/>
      </a:accent5>
      <a:accent6>
        <a:srgbClr val="70AD47"/>
      </a:accent6>
      <a:hlink>
        <a:srgbClr val="0563C1"/>
      </a:hlink>
      <a:folHlink>
        <a:srgbClr val="954F72"/>
      </a:folHlink>
    </a:clrScheme>
    <a:fontScheme name="自定义 2">
      <a:majorFont>
        <a:latin typeface="Arial"/>
        <a:ea typeface="黑体"/>
        <a:cs typeface=""/>
      </a:majorFont>
      <a:minorFont>
        <a:latin typeface="Arial"/>
        <a:ea typeface="黑体"/>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844</Words>
  <Application>WPS Writer</Application>
  <PresentationFormat>宽屏</PresentationFormat>
  <Paragraphs>23</Paragraphs>
  <Slides>5</Slides>
  <Notes>32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vt:i4>
      </vt:variant>
    </vt:vector>
  </HeadingPairs>
  <TitlesOfParts>
    <vt:vector size="22" baseType="lpstr">
      <vt:lpstr>Arial</vt:lpstr>
      <vt:lpstr>SimSun</vt:lpstr>
      <vt:lpstr>Wingdings</vt:lpstr>
      <vt:lpstr>SimHei</vt:lpstr>
      <vt:lpstr>黑体-简</vt:lpstr>
      <vt:lpstr>Times New Roman</vt:lpstr>
      <vt:lpstr>Arial Narrow</vt:lpstr>
      <vt:lpstr>Microsoft YaHei</vt:lpstr>
      <vt:lpstr>汉仪旗黑</vt:lpstr>
      <vt:lpstr>Calibri</vt:lpstr>
      <vt:lpstr>SimSun</vt:lpstr>
      <vt:lpstr>Arial Unicode MS</vt:lpstr>
      <vt:lpstr>Helvetica Neue</vt:lpstr>
      <vt:lpstr>SimHei</vt:lpstr>
      <vt:lpstr>宋体-简</vt:lpstr>
      <vt:lpstr>Arial Bold</vt:lpstr>
      <vt:lpstr>Office Theme</vt:lpstr>
      <vt:lpstr>LOREM IPSUM DOLOR</vt:lpstr>
      <vt:lpstr>LOREM IPSUM DOLOR</vt:lpstr>
      <vt:lpstr>LOREM IPSUM DOLOR</vt:lpstr>
      <vt:lpstr>Running maven on terminal</vt:lpstr>
      <vt:lpstr>THANKS</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Muhammadsodiq Shukurillayev</cp:lastModifiedBy>
  <cp:revision>205</cp:revision>
  <dcterms:created xsi:type="dcterms:W3CDTF">2025-11-08T07:18:38Z</dcterms:created>
  <dcterms:modified xsi:type="dcterms:W3CDTF">2025-11-08T07:18:38Z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1033-12.1.23143.23143</vt:lpwstr>
  </property>
  <property fmtid="{D5CDD505-2E9C-101B-9397-08002B2CF9AE}" pid="3" name="ICV">
    <vt:lpwstr>E8B44B63EABBE5492E8F0D69C0465974_41</vt:lpwstr>
  </property>
</Properties>
</file>