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/>
              <a:t>Here is the link for the question on my GitHub page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0000"/>
          </a:bodyPr>
          <a:p>
            <a:pPr algn="l"/>
            <a:r>
              <a:rPr lang="en-US"/>
              <a:t>Question: </a:t>
            </a:r>
            <a:r>
              <a:rPr lang="en-US" altLang="en-US"/>
              <a:t>Version 3. Weather + City Data Integration\</a:t>
            </a:r>
            <a:endParaRPr lang="en-US" altLang="en-US"/>
          </a:p>
          <a:p>
            <a:pPr algn="l"/>
            <a:r>
              <a:rPr lang="en-US" altLang="en-US"/>
              <a:t>1. Create a CSV file cities.csv with columns: city, population.</a:t>
            </a:r>
            <a:endParaRPr lang="en-US" altLang="en-US"/>
          </a:p>
          <a:p>
            <a:pPr algn="l"/>
            <a:r>
              <a:rPr lang="en-US" altLang="en-US"/>
              <a:t>2. Use Flask to fetch weather data from the OpenWeatherMap API for each city.</a:t>
            </a:r>
            <a:endParaRPr lang="en-US" altLang="en-US"/>
          </a:p>
          <a:p>
            <a:pPr algn="l"/>
            <a:r>
              <a:rPr lang="en-US" altLang="en-US"/>
              <a:t>3. Combine local CSV data with API data and return as JSON at /city-weather.</a:t>
            </a:r>
            <a:endParaRPr lang="en-US" altLang="en-US"/>
          </a:p>
          <a:p>
            <a:pPr algn="l"/>
            <a:r>
              <a:rPr lang="en-US" altLang="en-US"/>
              <a:t>Integrate local + external API and serve combined results.</a:t>
            </a:r>
            <a:endParaRPr lang="en-US" altLang="en-US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1651000" y="5888355"/>
            <a:ext cx="9144000" cy="755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1257935" y="5979160"/>
            <a:ext cx="9759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Link: </a:t>
            </a:r>
            <a:r>
              <a:rPr lang="en-US" altLang="en-US"/>
              <a:t>https://github.com/McLight-Note/Web-Server-Programming/tree/main/6-Lesson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WPS Presentation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3</cp:revision>
  <dcterms:created xsi:type="dcterms:W3CDTF">2025-10-31T05:44:46Z</dcterms:created>
  <dcterms:modified xsi:type="dcterms:W3CDTF">2025-10-31T05:44:46Z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EFA57139574D74831A4B0469042C351D_41</vt:lpwstr>
  </property>
  <property fmtid="{D5CDD505-2E9C-101B-9397-08002B2CF9AE}" pid="3" name="KSOProductBuildVer">
    <vt:lpwstr>1033-12.1.23143.23143</vt:lpwstr>
  </property>
</Properties>
</file>