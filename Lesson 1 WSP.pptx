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5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3" r:id="rId1"/>
  </p:sldMasterIdLst>
  <p:notesMasterIdLst>
    <p:notesMasterId r:id="rId10"/>
  </p:notesMasterIdLst>
  <p:sldIdLst>
    <p:sldId id="257" r:id="rId2"/>
    <p:sldId id="259" r:id="rId3"/>
    <p:sldId id="261" r:id="rId4"/>
    <p:sldId id="262" r:id="rId5"/>
    <p:sldId id="258" r:id="rId6"/>
    <p:sldId id="280" r:id="rId7"/>
    <p:sldId id="281" r:id="rId8"/>
    <p:sldId id="28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881" autoAdjust="0"/>
    <p:restoredTop sz="91644" autoAdjust="0"/>
  </p:normalViewPr>
  <p:slideViewPr>
    <p:cSldViewPr snapToGrid="0">
      <p:cViewPr varScale="1">
        <p:scale>
          <a:sx n="116" d="100"/>
          <a:sy n="116" d="100"/>
        </p:scale>
        <p:origin x="119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_rels/data2.xml.rels><?xml version="1.0" encoding="UTF-8" standalone="yes"?>
<Relationships xmlns="http://schemas.openxmlformats.org/package/2006/relationships"><Relationship Id="rId1" Type="http://schemas.openxmlformats.org/officeDocument/2006/relationships/image" Target="../media/image3.pn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diagrams/_rels/drawing2.xml.rels><?xml version="1.0" encoding="UTF-8" standalone="yes"?>
<Relationships xmlns="http://schemas.openxmlformats.org/package/2006/relationships"><Relationship Id="rId1" Type="http://schemas.openxmlformats.org/officeDocument/2006/relationships/image" Target="../media/image3.pn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932836C-C0A3-45CD-8C5D-4595DB682A6E}" type="doc">
      <dgm:prSet loTypeId="urn:microsoft.com/office/officeart/2005/8/layout/matrix1" loCatId="matrix" qsTypeId="urn:microsoft.com/office/officeart/2005/8/quickstyle/3d3" qsCatId="3D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807A25C1-507B-4CDE-A3C1-DF5038F00F16}">
      <dgm:prSet phldrT="[Текст]"/>
      <dgm:spPr/>
      <dgm:t>
        <a:bodyPr/>
        <a:lstStyle/>
        <a:p>
          <a:r>
            <a:rPr lang="en-US" dirty="0"/>
            <a:t>Report 25%</a:t>
          </a:r>
        </a:p>
      </dgm:t>
    </dgm:pt>
    <dgm:pt modelId="{7A9A05CA-CEB8-4BAA-8DDB-DBBC02C1DEBC}" type="parTrans" cxnId="{1A36A5EE-3458-40F4-97E8-808A7BB761CC}">
      <dgm:prSet/>
      <dgm:spPr/>
      <dgm:t>
        <a:bodyPr/>
        <a:lstStyle/>
        <a:p>
          <a:endParaRPr lang="en-US"/>
        </a:p>
      </dgm:t>
    </dgm:pt>
    <dgm:pt modelId="{56725BDE-210D-425E-A0C7-38AF69B311A7}" type="sibTrans" cxnId="{1A36A5EE-3458-40F4-97E8-808A7BB761CC}">
      <dgm:prSet/>
      <dgm:spPr/>
      <dgm:t>
        <a:bodyPr/>
        <a:lstStyle/>
        <a:p>
          <a:endParaRPr lang="en-US"/>
        </a:p>
      </dgm:t>
    </dgm:pt>
    <dgm:pt modelId="{ED0FC652-1926-4691-9ECB-19726C01BEA6}">
      <dgm:prSet phldrT="[Текст]"/>
      <dgm:spPr>
        <a:solidFill>
          <a:schemeClr val="accent5">
            <a:lumMod val="60000"/>
            <a:lumOff val="40000"/>
          </a:schemeClr>
        </a:solidFill>
      </dgm:spPr>
      <dgm:t>
        <a:bodyPr/>
        <a:lstStyle/>
        <a:p>
          <a:r>
            <a:rPr lang="en-US" dirty="0"/>
            <a:t>Attendance</a:t>
          </a:r>
        </a:p>
        <a:p>
          <a:r>
            <a:rPr lang="en-US" dirty="0"/>
            <a:t>10%</a:t>
          </a:r>
        </a:p>
      </dgm:t>
    </dgm:pt>
    <dgm:pt modelId="{A44A87FB-4528-4CD1-A167-09A8F350792C}" type="parTrans" cxnId="{A305C404-4273-4587-9B90-563B86F56129}">
      <dgm:prSet/>
      <dgm:spPr/>
      <dgm:t>
        <a:bodyPr/>
        <a:lstStyle/>
        <a:p>
          <a:endParaRPr lang="en-US"/>
        </a:p>
      </dgm:t>
    </dgm:pt>
    <dgm:pt modelId="{21818E29-4156-4E91-A30B-7F0EC800E07F}" type="sibTrans" cxnId="{A305C404-4273-4587-9B90-563B86F56129}">
      <dgm:prSet/>
      <dgm:spPr/>
      <dgm:t>
        <a:bodyPr/>
        <a:lstStyle/>
        <a:p>
          <a:endParaRPr lang="en-US"/>
        </a:p>
      </dgm:t>
    </dgm:pt>
    <dgm:pt modelId="{C8C4455A-9FBE-4C89-AD58-E05CE5A15998}">
      <dgm:prSet phldrT="[Текст]"/>
      <dgm:spPr>
        <a:solidFill>
          <a:srgbClr val="92D050"/>
        </a:solidFill>
      </dgm:spPr>
      <dgm:t>
        <a:bodyPr/>
        <a:lstStyle/>
        <a:p>
          <a:r>
            <a:rPr lang="en-US" dirty="0"/>
            <a:t>Midterm Exam</a:t>
          </a:r>
        </a:p>
        <a:p>
          <a:r>
            <a:rPr lang="en-US" dirty="0"/>
            <a:t>10%</a:t>
          </a:r>
        </a:p>
      </dgm:t>
    </dgm:pt>
    <dgm:pt modelId="{66439425-8444-42AE-A39D-C9109EF58942}" type="parTrans" cxnId="{6FFA484F-CFD2-49FC-91EC-82674A97AFEC}">
      <dgm:prSet/>
      <dgm:spPr/>
      <dgm:t>
        <a:bodyPr/>
        <a:lstStyle/>
        <a:p>
          <a:endParaRPr lang="en-US"/>
        </a:p>
      </dgm:t>
    </dgm:pt>
    <dgm:pt modelId="{F614C2FB-7F72-4DCC-B74A-379F2BCCDB93}" type="sibTrans" cxnId="{6FFA484F-CFD2-49FC-91EC-82674A97AFEC}">
      <dgm:prSet/>
      <dgm:spPr/>
      <dgm:t>
        <a:bodyPr/>
        <a:lstStyle/>
        <a:p>
          <a:endParaRPr lang="en-US"/>
        </a:p>
      </dgm:t>
    </dgm:pt>
    <dgm:pt modelId="{6986570B-E96A-4AB1-8DB7-165B20478127}">
      <dgm:prSet phldrT="[Текст]"/>
      <dgm:spPr>
        <a:solidFill>
          <a:srgbClr val="00B0F0"/>
        </a:solidFill>
      </dgm:spPr>
      <dgm:t>
        <a:bodyPr/>
        <a:lstStyle/>
        <a:p>
          <a:r>
            <a:rPr lang="en-US" dirty="0"/>
            <a:t>Group Project</a:t>
          </a:r>
        </a:p>
        <a:p>
          <a:r>
            <a:rPr lang="en-US" dirty="0"/>
            <a:t>25%</a:t>
          </a:r>
        </a:p>
      </dgm:t>
    </dgm:pt>
    <dgm:pt modelId="{CE25FE51-5F90-4EDE-955D-8ED80719C059}" type="parTrans" cxnId="{E9C198D0-D539-4FD2-BED7-EB51AFCB8899}">
      <dgm:prSet/>
      <dgm:spPr/>
      <dgm:t>
        <a:bodyPr/>
        <a:lstStyle/>
        <a:p>
          <a:endParaRPr lang="en-US"/>
        </a:p>
      </dgm:t>
    </dgm:pt>
    <dgm:pt modelId="{19440670-63F2-4C84-8C27-8CBFC9A3EA8D}" type="sibTrans" cxnId="{E9C198D0-D539-4FD2-BED7-EB51AFCB8899}">
      <dgm:prSet/>
      <dgm:spPr/>
      <dgm:t>
        <a:bodyPr/>
        <a:lstStyle/>
        <a:p>
          <a:endParaRPr lang="en-US"/>
        </a:p>
      </dgm:t>
    </dgm:pt>
    <dgm:pt modelId="{069B37C8-505B-4759-86F5-663D2EBB0455}">
      <dgm:prSet phldrT="[Текст]"/>
      <dgm:spPr>
        <a:solidFill>
          <a:srgbClr val="FF0000"/>
        </a:solidFill>
      </dgm:spPr>
      <dgm:t>
        <a:bodyPr/>
        <a:lstStyle/>
        <a:p>
          <a:r>
            <a:rPr lang="en-US" dirty="0"/>
            <a:t>Final Exam</a:t>
          </a:r>
        </a:p>
        <a:p>
          <a:r>
            <a:rPr lang="en-US" dirty="0"/>
            <a:t>30%</a:t>
          </a:r>
        </a:p>
      </dgm:t>
    </dgm:pt>
    <dgm:pt modelId="{0A80E602-4482-4414-A08A-F4E057BD1163}" type="parTrans" cxnId="{BC948088-0DD4-4ED4-BDB7-065169A2DF83}">
      <dgm:prSet/>
      <dgm:spPr/>
      <dgm:t>
        <a:bodyPr/>
        <a:lstStyle/>
        <a:p>
          <a:endParaRPr lang="en-US"/>
        </a:p>
      </dgm:t>
    </dgm:pt>
    <dgm:pt modelId="{C681B305-532A-40C0-99AF-A87ED9610D53}" type="sibTrans" cxnId="{BC948088-0DD4-4ED4-BDB7-065169A2DF83}">
      <dgm:prSet/>
      <dgm:spPr/>
      <dgm:t>
        <a:bodyPr/>
        <a:lstStyle/>
        <a:p>
          <a:endParaRPr lang="en-US"/>
        </a:p>
      </dgm:t>
    </dgm:pt>
    <dgm:pt modelId="{E2E30D34-7643-49A4-A410-11557FF473EC}" type="pres">
      <dgm:prSet presAssocID="{6932836C-C0A3-45CD-8C5D-4595DB682A6E}" presName="diagram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9FDAFF53-4CA5-4725-BCFA-B16E6C0C4523}" type="pres">
      <dgm:prSet presAssocID="{6932836C-C0A3-45CD-8C5D-4595DB682A6E}" presName="matrix" presStyleCnt="0"/>
      <dgm:spPr/>
    </dgm:pt>
    <dgm:pt modelId="{1E8C0847-CDD8-47E1-907B-CA0B79EA373C}" type="pres">
      <dgm:prSet presAssocID="{6932836C-C0A3-45CD-8C5D-4595DB682A6E}" presName="tile1" presStyleLbl="node1" presStyleIdx="0" presStyleCnt="4"/>
      <dgm:spPr/>
    </dgm:pt>
    <dgm:pt modelId="{5C8DF053-C45E-44BD-9AEB-61BE61CDC3C9}" type="pres">
      <dgm:prSet presAssocID="{6932836C-C0A3-45CD-8C5D-4595DB682A6E}" presName="tile1text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E7484152-088E-4572-AC62-9DA14AE909E1}" type="pres">
      <dgm:prSet presAssocID="{6932836C-C0A3-45CD-8C5D-4595DB682A6E}" presName="tile2" presStyleLbl="node1" presStyleIdx="1" presStyleCnt="4"/>
      <dgm:spPr/>
    </dgm:pt>
    <dgm:pt modelId="{F4F4450C-F1D2-4352-98C4-222682A406B3}" type="pres">
      <dgm:prSet presAssocID="{6932836C-C0A3-45CD-8C5D-4595DB682A6E}" presName="tile2text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20699EA7-AB01-41E5-AC24-B032CA326B45}" type="pres">
      <dgm:prSet presAssocID="{6932836C-C0A3-45CD-8C5D-4595DB682A6E}" presName="tile3" presStyleLbl="node1" presStyleIdx="2" presStyleCnt="4"/>
      <dgm:spPr/>
    </dgm:pt>
    <dgm:pt modelId="{D18C40AD-4621-45E0-BC26-FC15F81A1979}" type="pres">
      <dgm:prSet presAssocID="{6932836C-C0A3-45CD-8C5D-4595DB682A6E}" presName="tile3text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FA8414D5-49EF-43BF-8D86-AACB668D2D52}" type="pres">
      <dgm:prSet presAssocID="{6932836C-C0A3-45CD-8C5D-4595DB682A6E}" presName="tile4" presStyleLbl="node1" presStyleIdx="3" presStyleCnt="4"/>
      <dgm:spPr/>
    </dgm:pt>
    <dgm:pt modelId="{505A7A5A-53EE-4B63-87AB-09D7688469C1}" type="pres">
      <dgm:prSet presAssocID="{6932836C-C0A3-45CD-8C5D-4595DB682A6E}" presName="tile4text" presStyleLbl="node1" presStyleIdx="3" presStyleCnt="4">
        <dgm:presLayoutVars>
          <dgm:chMax val="0"/>
          <dgm:chPref val="0"/>
          <dgm:bulletEnabled val="1"/>
        </dgm:presLayoutVars>
      </dgm:prSet>
      <dgm:spPr/>
    </dgm:pt>
    <dgm:pt modelId="{283148E0-B413-44B1-AC03-FAB99E6AE4D7}" type="pres">
      <dgm:prSet presAssocID="{6932836C-C0A3-45CD-8C5D-4595DB682A6E}" presName="centerTile" presStyleLbl="fgShp" presStyleIdx="0" presStyleCnt="1">
        <dgm:presLayoutVars>
          <dgm:chMax val="0"/>
          <dgm:chPref val="0"/>
        </dgm:presLayoutVars>
      </dgm:prSet>
      <dgm:spPr/>
    </dgm:pt>
  </dgm:ptLst>
  <dgm:cxnLst>
    <dgm:cxn modelId="{A305C404-4273-4587-9B90-563B86F56129}" srcId="{807A25C1-507B-4CDE-A3C1-DF5038F00F16}" destId="{ED0FC652-1926-4691-9ECB-19726C01BEA6}" srcOrd="0" destOrd="0" parTransId="{A44A87FB-4528-4CD1-A167-09A8F350792C}" sibTransId="{21818E29-4156-4E91-A30B-7F0EC800E07F}"/>
    <dgm:cxn modelId="{74D63D09-AF12-4312-88BE-D680ADF3DFD0}" type="presOf" srcId="{6986570B-E96A-4AB1-8DB7-165B20478127}" destId="{20699EA7-AB01-41E5-AC24-B032CA326B45}" srcOrd="0" destOrd="0" presId="urn:microsoft.com/office/officeart/2005/8/layout/matrix1"/>
    <dgm:cxn modelId="{C368D019-C82E-4B54-8FA9-0DE068433461}" type="presOf" srcId="{069B37C8-505B-4759-86F5-663D2EBB0455}" destId="{505A7A5A-53EE-4B63-87AB-09D7688469C1}" srcOrd="1" destOrd="0" presId="urn:microsoft.com/office/officeart/2005/8/layout/matrix1"/>
    <dgm:cxn modelId="{0F838327-1EBB-499C-B9C0-7238869754C2}" type="presOf" srcId="{069B37C8-505B-4759-86F5-663D2EBB0455}" destId="{FA8414D5-49EF-43BF-8D86-AACB668D2D52}" srcOrd="0" destOrd="0" presId="urn:microsoft.com/office/officeart/2005/8/layout/matrix1"/>
    <dgm:cxn modelId="{E3087B2E-85DC-493C-AFBD-9891B35AD8C9}" type="presOf" srcId="{ED0FC652-1926-4691-9ECB-19726C01BEA6}" destId="{1E8C0847-CDD8-47E1-907B-CA0B79EA373C}" srcOrd="0" destOrd="0" presId="urn:microsoft.com/office/officeart/2005/8/layout/matrix1"/>
    <dgm:cxn modelId="{6FFA484F-CFD2-49FC-91EC-82674A97AFEC}" srcId="{807A25C1-507B-4CDE-A3C1-DF5038F00F16}" destId="{C8C4455A-9FBE-4C89-AD58-E05CE5A15998}" srcOrd="1" destOrd="0" parTransId="{66439425-8444-42AE-A39D-C9109EF58942}" sibTransId="{F614C2FB-7F72-4DCC-B74A-379F2BCCDB93}"/>
    <dgm:cxn modelId="{2E8D2084-EB06-4AD7-AE6F-7047D348CE7E}" type="presOf" srcId="{807A25C1-507B-4CDE-A3C1-DF5038F00F16}" destId="{283148E0-B413-44B1-AC03-FAB99E6AE4D7}" srcOrd="0" destOrd="0" presId="urn:microsoft.com/office/officeart/2005/8/layout/matrix1"/>
    <dgm:cxn modelId="{BC948088-0DD4-4ED4-BDB7-065169A2DF83}" srcId="{807A25C1-507B-4CDE-A3C1-DF5038F00F16}" destId="{069B37C8-505B-4759-86F5-663D2EBB0455}" srcOrd="3" destOrd="0" parTransId="{0A80E602-4482-4414-A08A-F4E057BD1163}" sibTransId="{C681B305-532A-40C0-99AF-A87ED9610D53}"/>
    <dgm:cxn modelId="{84E9A291-856B-4DB0-AE9B-BCD3C921F399}" type="presOf" srcId="{ED0FC652-1926-4691-9ECB-19726C01BEA6}" destId="{5C8DF053-C45E-44BD-9AEB-61BE61CDC3C9}" srcOrd="1" destOrd="0" presId="urn:microsoft.com/office/officeart/2005/8/layout/matrix1"/>
    <dgm:cxn modelId="{CE7A5D98-EC7B-4D38-A728-DAA9E07BD78B}" type="presOf" srcId="{6986570B-E96A-4AB1-8DB7-165B20478127}" destId="{D18C40AD-4621-45E0-BC26-FC15F81A1979}" srcOrd="1" destOrd="0" presId="urn:microsoft.com/office/officeart/2005/8/layout/matrix1"/>
    <dgm:cxn modelId="{055F26A3-A1F1-4CFF-A6CF-AA0EDBFC5BEF}" type="presOf" srcId="{C8C4455A-9FBE-4C89-AD58-E05CE5A15998}" destId="{E7484152-088E-4572-AC62-9DA14AE909E1}" srcOrd="0" destOrd="0" presId="urn:microsoft.com/office/officeart/2005/8/layout/matrix1"/>
    <dgm:cxn modelId="{384BC0C1-B1DA-4A46-BDE4-C67417BB437A}" type="presOf" srcId="{C8C4455A-9FBE-4C89-AD58-E05CE5A15998}" destId="{F4F4450C-F1D2-4352-98C4-222682A406B3}" srcOrd="1" destOrd="0" presId="urn:microsoft.com/office/officeart/2005/8/layout/matrix1"/>
    <dgm:cxn modelId="{E9C198D0-D539-4FD2-BED7-EB51AFCB8899}" srcId="{807A25C1-507B-4CDE-A3C1-DF5038F00F16}" destId="{6986570B-E96A-4AB1-8DB7-165B20478127}" srcOrd="2" destOrd="0" parTransId="{CE25FE51-5F90-4EDE-955D-8ED80719C059}" sibTransId="{19440670-63F2-4C84-8C27-8CBFC9A3EA8D}"/>
    <dgm:cxn modelId="{163A32E9-392C-44E8-8277-C517BDA60EA4}" type="presOf" srcId="{6932836C-C0A3-45CD-8C5D-4595DB682A6E}" destId="{E2E30D34-7643-49A4-A410-11557FF473EC}" srcOrd="0" destOrd="0" presId="urn:microsoft.com/office/officeart/2005/8/layout/matrix1"/>
    <dgm:cxn modelId="{1A36A5EE-3458-40F4-97E8-808A7BB761CC}" srcId="{6932836C-C0A3-45CD-8C5D-4595DB682A6E}" destId="{807A25C1-507B-4CDE-A3C1-DF5038F00F16}" srcOrd="0" destOrd="0" parTransId="{7A9A05CA-CEB8-4BAA-8DDB-DBBC02C1DEBC}" sibTransId="{56725BDE-210D-425E-A0C7-38AF69B311A7}"/>
    <dgm:cxn modelId="{23BDE016-5F4E-47C4-A4AC-DBA7E4B5B1B5}" type="presParOf" srcId="{E2E30D34-7643-49A4-A410-11557FF473EC}" destId="{9FDAFF53-4CA5-4725-BCFA-B16E6C0C4523}" srcOrd="0" destOrd="0" presId="urn:microsoft.com/office/officeart/2005/8/layout/matrix1"/>
    <dgm:cxn modelId="{4EED9867-EC6C-49D6-9DB4-66D372584FD5}" type="presParOf" srcId="{9FDAFF53-4CA5-4725-BCFA-B16E6C0C4523}" destId="{1E8C0847-CDD8-47E1-907B-CA0B79EA373C}" srcOrd="0" destOrd="0" presId="urn:microsoft.com/office/officeart/2005/8/layout/matrix1"/>
    <dgm:cxn modelId="{6B2A6F7F-BAB1-4090-A06F-0E7452A5B93E}" type="presParOf" srcId="{9FDAFF53-4CA5-4725-BCFA-B16E6C0C4523}" destId="{5C8DF053-C45E-44BD-9AEB-61BE61CDC3C9}" srcOrd="1" destOrd="0" presId="urn:microsoft.com/office/officeart/2005/8/layout/matrix1"/>
    <dgm:cxn modelId="{D41AA10A-F499-4D1D-BD55-5EF8C8C7F50C}" type="presParOf" srcId="{9FDAFF53-4CA5-4725-BCFA-B16E6C0C4523}" destId="{E7484152-088E-4572-AC62-9DA14AE909E1}" srcOrd="2" destOrd="0" presId="urn:microsoft.com/office/officeart/2005/8/layout/matrix1"/>
    <dgm:cxn modelId="{C16B50ED-AB54-483A-8D52-CF842BD67BCE}" type="presParOf" srcId="{9FDAFF53-4CA5-4725-BCFA-B16E6C0C4523}" destId="{F4F4450C-F1D2-4352-98C4-222682A406B3}" srcOrd="3" destOrd="0" presId="urn:microsoft.com/office/officeart/2005/8/layout/matrix1"/>
    <dgm:cxn modelId="{63DE1968-9F57-4408-8F8A-AD9EE519BDEA}" type="presParOf" srcId="{9FDAFF53-4CA5-4725-BCFA-B16E6C0C4523}" destId="{20699EA7-AB01-41E5-AC24-B032CA326B45}" srcOrd="4" destOrd="0" presId="urn:microsoft.com/office/officeart/2005/8/layout/matrix1"/>
    <dgm:cxn modelId="{43E28570-8041-4B5D-A5DA-E5C7B11F31F9}" type="presParOf" srcId="{9FDAFF53-4CA5-4725-BCFA-B16E6C0C4523}" destId="{D18C40AD-4621-45E0-BC26-FC15F81A1979}" srcOrd="5" destOrd="0" presId="urn:microsoft.com/office/officeart/2005/8/layout/matrix1"/>
    <dgm:cxn modelId="{FFF24FAE-58B8-4840-9F43-C5F6998DC144}" type="presParOf" srcId="{9FDAFF53-4CA5-4725-BCFA-B16E6C0C4523}" destId="{FA8414D5-49EF-43BF-8D86-AACB668D2D52}" srcOrd="6" destOrd="0" presId="urn:microsoft.com/office/officeart/2005/8/layout/matrix1"/>
    <dgm:cxn modelId="{F451205A-C03C-4922-9912-C60EE86AAC0A}" type="presParOf" srcId="{9FDAFF53-4CA5-4725-BCFA-B16E6C0C4523}" destId="{505A7A5A-53EE-4B63-87AB-09D7688469C1}" srcOrd="7" destOrd="0" presId="urn:microsoft.com/office/officeart/2005/8/layout/matrix1"/>
    <dgm:cxn modelId="{81468FC4-6CEA-4B09-9689-7235DB3A60EC}" type="presParOf" srcId="{E2E30D34-7643-49A4-A410-11557FF473EC}" destId="{283148E0-B413-44B1-AC03-FAB99E6AE4D7}" srcOrd="1" destOrd="0" presId="urn:microsoft.com/office/officeart/2005/8/layout/matrix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DBB39BD-0A0D-414E-92B5-309257374D06}" type="doc">
      <dgm:prSet loTypeId="urn:microsoft.com/office/officeart/2005/8/layout/vList3" loCatId="list" qsTypeId="urn:microsoft.com/office/officeart/2005/8/quickstyle/3d3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38EB191-566A-49C2-952B-096DC083C35C}">
      <dgm:prSet phldrT="[Текст]"/>
      <dgm:spPr>
        <a:solidFill>
          <a:schemeClr val="accent2">
            <a:lumMod val="75000"/>
          </a:schemeClr>
        </a:solidFill>
      </dgm:spPr>
      <dgm:t>
        <a:bodyPr/>
        <a:lstStyle/>
        <a:p>
          <a:r>
            <a:rPr lang="en-US" b="0" i="0" dirty="0">
              <a:effectLst/>
              <a:latin typeface="Söhne"/>
            </a:rPr>
            <a:t>Copy from the Internet</a:t>
          </a:r>
          <a:endParaRPr lang="en-US" dirty="0"/>
        </a:p>
      </dgm:t>
    </dgm:pt>
    <dgm:pt modelId="{B25D07A2-E0D5-4FA3-8311-48324DF8BD76}" type="parTrans" cxnId="{F20FB224-91D4-4A0A-84CE-AE3109A51E15}">
      <dgm:prSet/>
      <dgm:spPr/>
      <dgm:t>
        <a:bodyPr/>
        <a:lstStyle/>
        <a:p>
          <a:endParaRPr lang="en-US"/>
        </a:p>
      </dgm:t>
    </dgm:pt>
    <dgm:pt modelId="{8E60F55F-1FAC-41E2-9411-EE361FC87E77}" type="sibTrans" cxnId="{F20FB224-91D4-4A0A-84CE-AE3109A51E15}">
      <dgm:prSet/>
      <dgm:spPr/>
      <dgm:t>
        <a:bodyPr/>
        <a:lstStyle/>
        <a:p>
          <a:endParaRPr lang="en-US"/>
        </a:p>
      </dgm:t>
    </dgm:pt>
    <dgm:pt modelId="{04912A5F-D6E4-4DF2-B2B5-7212093D399B}">
      <dgm:prSet phldrT="[Текст]"/>
      <dgm:spPr>
        <a:solidFill>
          <a:schemeClr val="accent2">
            <a:lumMod val="75000"/>
          </a:schemeClr>
        </a:solidFill>
      </dgm:spPr>
      <dgm:t>
        <a:bodyPr/>
        <a:lstStyle/>
        <a:p>
          <a:r>
            <a:rPr lang="en-US" b="0" i="0" dirty="0">
              <a:effectLst/>
              <a:latin typeface="Söhne"/>
            </a:rPr>
            <a:t>Use ChatGPT.</a:t>
          </a:r>
          <a:endParaRPr lang="en-US" dirty="0"/>
        </a:p>
      </dgm:t>
    </dgm:pt>
    <dgm:pt modelId="{87016B66-90AA-47B3-80B9-6D925B360D4D}" type="parTrans" cxnId="{1B086FB2-6C9D-4F47-98F7-CB6F3A1CD83C}">
      <dgm:prSet/>
      <dgm:spPr/>
      <dgm:t>
        <a:bodyPr/>
        <a:lstStyle/>
        <a:p>
          <a:endParaRPr lang="en-US"/>
        </a:p>
      </dgm:t>
    </dgm:pt>
    <dgm:pt modelId="{5A26F16B-00DA-4E83-973F-BEB5517C575A}" type="sibTrans" cxnId="{1B086FB2-6C9D-4F47-98F7-CB6F3A1CD83C}">
      <dgm:prSet/>
      <dgm:spPr/>
      <dgm:t>
        <a:bodyPr/>
        <a:lstStyle/>
        <a:p>
          <a:endParaRPr lang="en-US"/>
        </a:p>
      </dgm:t>
    </dgm:pt>
    <dgm:pt modelId="{555FCC33-9292-4740-BA26-165C91D7CCD8}">
      <dgm:prSet/>
      <dgm:spPr>
        <a:solidFill>
          <a:schemeClr val="accent2">
            <a:lumMod val="75000"/>
          </a:schemeClr>
        </a:solidFill>
      </dgm:spPr>
      <dgm:t>
        <a:bodyPr/>
        <a:lstStyle/>
        <a:p>
          <a:r>
            <a:rPr lang="en-US" b="0" i="0" dirty="0">
              <a:effectLst/>
              <a:latin typeface="Söhne"/>
            </a:rPr>
            <a:t>Copy from your friends</a:t>
          </a:r>
        </a:p>
      </dgm:t>
    </dgm:pt>
    <dgm:pt modelId="{D2AC3C3F-8CEC-4B4C-87CB-87B1BCF2577B}" type="parTrans" cxnId="{D3580E8F-8153-437D-B4F5-9568032CCA16}">
      <dgm:prSet/>
      <dgm:spPr/>
      <dgm:t>
        <a:bodyPr/>
        <a:lstStyle/>
        <a:p>
          <a:endParaRPr lang="en-US"/>
        </a:p>
      </dgm:t>
    </dgm:pt>
    <dgm:pt modelId="{3EEEF7AF-E84C-4261-BA1D-44C113D390DD}" type="sibTrans" cxnId="{D3580E8F-8153-437D-B4F5-9568032CCA16}">
      <dgm:prSet/>
      <dgm:spPr/>
      <dgm:t>
        <a:bodyPr/>
        <a:lstStyle/>
        <a:p>
          <a:endParaRPr lang="en-US"/>
        </a:p>
      </dgm:t>
    </dgm:pt>
    <dgm:pt modelId="{D3D865B3-E2AA-472A-A5C8-7895CD0EEFC2}" type="pres">
      <dgm:prSet presAssocID="{5DBB39BD-0A0D-414E-92B5-309257374D06}" presName="linearFlow" presStyleCnt="0">
        <dgm:presLayoutVars>
          <dgm:dir/>
          <dgm:resizeHandles val="exact"/>
        </dgm:presLayoutVars>
      </dgm:prSet>
      <dgm:spPr/>
    </dgm:pt>
    <dgm:pt modelId="{B533B8C8-614F-4AAB-B64E-6F42FB4FC1FB}" type="pres">
      <dgm:prSet presAssocID="{555FCC33-9292-4740-BA26-165C91D7CCD8}" presName="composite" presStyleCnt="0"/>
      <dgm:spPr/>
    </dgm:pt>
    <dgm:pt modelId="{A9E53A8C-6C75-4AC2-9077-BE22DBFF78FA}" type="pres">
      <dgm:prSet presAssocID="{555FCC33-9292-4740-BA26-165C91D7CCD8}" presName="imgShp" presStyleLbl="fgImgPlace1" presStyleIdx="0" presStyleCnt="3" custScaleX="100526" custLinFactNeighborX="-18571" custLinFactNeighborY="-1933"/>
      <dgm:spPr>
        <a:blipFill rotWithShape="1">
          <a:blip xmlns:r="http://schemas.openxmlformats.org/officeDocument/2006/relationships" r:embed="rId1"/>
          <a:srcRect/>
          <a:stretch>
            <a:fillRect l="-25000" r="-25000"/>
          </a:stretch>
        </a:blipFill>
      </dgm:spPr>
    </dgm:pt>
    <dgm:pt modelId="{6069BAD5-73AD-4EDA-B6FF-06D7C60F7C39}" type="pres">
      <dgm:prSet presAssocID="{555FCC33-9292-4740-BA26-165C91D7CCD8}" presName="txShp" presStyleLbl="node1" presStyleIdx="0" presStyleCnt="3">
        <dgm:presLayoutVars>
          <dgm:bulletEnabled val="1"/>
        </dgm:presLayoutVars>
      </dgm:prSet>
      <dgm:spPr/>
    </dgm:pt>
    <dgm:pt modelId="{E69CF2B3-2A94-45E6-9D31-15EF1B5FD006}" type="pres">
      <dgm:prSet presAssocID="{3EEEF7AF-E84C-4261-BA1D-44C113D390DD}" presName="spacing" presStyleCnt="0"/>
      <dgm:spPr/>
    </dgm:pt>
    <dgm:pt modelId="{A10CFC05-0096-4925-AAA3-38756C0F754D}" type="pres">
      <dgm:prSet presAssocID="{838EB191-566A-49C2-952B-096DC083C35C}" presName="composite" presStyleCnt="0"/>
      <dgm:spPr/>
    </dgm:pt>
    <dgm:pt modelId="{356DAE67-F656-4401-967E-02EAEECAC399}" type="pres">
      <dgm:prSet presAssocID="{838EB191-566A-49C2-952B-096DC083C35C}" presName="imgShp" presStyleLbl="fgImgPlace1" presStyleIdx="1" presStyleCnt="3" custLinFactNeighborX="-35222" custLinFactNeighborY="8552"/>
      <dgm:spPr/>
    </dgm:pt>
    <dgm:pt modelId="{85D93B5D-3122-452C-9AAE-4544DAF46C1D}" type="pres">
      <dgm:prSet presAssocID="{838EB191-566A-49C2-952B-096DC083C35C}" presName="txShp" presStyleLbl="node1" presStyleIdx="1" presStyleCnt="3">
        <dgm:presLayoutVars>
          <dgm:bulletEnabled val="1"/>
        </dgm:presLayoutVars>
      </dgm:prSet>
      <dgm:spPr/>
    </dgm:pt>
    <dgm:pt modelId="{49D9CAE5-3647-458E-868F-EDDA77352542}" type="pres">
      <dgm:prSet presAssocID="{8E60F55F-1FAC-41E2-9411-EE361FC87E77}" presName="spacing" presStyleCnt="0"/>
      <dgm:spPr/>
    </dgm:pt>
    <dgm:pt modelId="{8E02C5AB-F8F2-4D58-882A-161813507427}" type="pres">
      <dgm:prSet presAssocID="{04912A5F-D6E4-4DF2-B2B5-7212093D399B}" presName="composite" presStyleCnt="0"/>
      <dgm:spPr/>
    </dgm:pt>
    <dgm:pt modelId="{154E02D2-B807-47F7-87B4-A326113B8CA2}" type="pres">
      <dgm:prSet presAssocID="{04912A5F-D6E4-4DF2-B2B5-7212093D399B}" presName="imgShp" presStyleLbl="fgImgPlace1" presStyleIdx="2" presStyleCnt="3" custLinFactNeighborX="-36502" custLinFactNeighborY="-1732"/>
      <dgm:spPr/>
    </dgm:pt>
    <dgm:pt modelId="{F4549952-BC15-4836-8C7D-2957DD770DB7}" type="pres">
      <dgm:prSet presAssocID="{04912A5F-D6E4-4DF2-B2B5-7212093D399B}" presName="txShp" presStyleLbl="node1" presStyleIdx="2" presStyleCnt="3">
        <dgm:presLayoutVars>
          <dgm:bulletEnabled val="1"/>
        </dgm:presLayoutVars>
      </dgm:prSet>
      <dgm:spPr/>
    </dgm:pt>
  </dgm:ptLst>
  <dgm:cxnLst>
    <dgm:cxn modelId="{B59B4521-0346-4729-9BCC-A78B8DADC27D}" type="presOf" srcId="{5DBB39BD-0A0D-414E-92B5-309257374D06}" destId="{D3D865B3-E2AA-472A-A5C8-7895CD0EEFC2}" srcOrd="0" destOrd="0" presId="urn:microsoft.com/office/officeart/2005/8/layout/vList3"/>
    <dgm:cxn modelId="{F20FB224-91D4-4A0A-84CE-AE3109A51E15}" srcId="{5DBB39BD-0A0D-414E-92B5-309257374D06}" destId="{838EB191-566A-49C2-952B-096DC083C35C}" srcOrd="1" destOrd="0" parTransId="{B25D07A2-E0D5-4FA3-8311-48324DF8BD76}" sibTransId="{8E60F55F-1FAC-41E2-9411-EE361FC87E77}"/>
    <dgm:cxn modelId="{0A55C67C-7ED6-461A-BB3C-86C7518050D3}" type="presOf" srcId="{838EB191-566A-49C2-952B-096DC083C35C}" destId="{85D93B5D-3122-452C-9AAE-4544DAF46C1D}" srcOrd="0" destOrd="0" presId="urn:microsoft.com/office/officeart/2005/8/layout/vList3"/>
    <dgm:cxn modelId="{D3580E8F-8153-437D-B4F5-9568032CCA16}" srcId="{5DBB39BD-0A0D-414E-92B5-309257374D06}" destId="{555FCC33-9292-4740-BA26-165C91D7CCD8}" srcOrd="0" destOrd="0" parTransId="{D2AC3C3F-8CEC-4B4C-87CB-87B1BCF2577B}" sibTransId="{3EEEF7AF-E84C-4261-BA1D-44C113D390DD}"/>
    <dgm:cxn modelId="{1B086FB2-6C9D-4F47-98F7-CB6F3A1CD83C}" srcId="{5DBB39BD-0A0D-414E-92B5-309257374D06}" destId="{04912A5F-D6E4-4DF2-B2B5-7212093D399B}" srcOrd="2" destOrd="0" parTransId="{87016B66-90AA-47B3-80B9-6D925B360D4D}" sibTransId="{5A26F16B-00DA-4E83-973F-BEB5517C575A}"/>
    <dgm:cxn modelId="{302F2FF8-CC80-495F-A77C-76185C14B2C8}" type="presOf" srcId="{555FCC33-9292-4740-BA26-165C91D7CCD8}" destId="{6069BAD5-73AD-4EDA-B6FF-06D7C60F7C39}" srcOrd="0" destOrd="0" presId="urn:microsoft.com/office/officeart/2005/8/layout/vList3"/>
    <dgm:cxn modelId="{451AE7FB-3D48-4950-8FA0-2589CD4F894C}" type="presOf" srcId="{04912A5F-D6E4-4DF2-B2B5-7212093D399B}" destId="{F4549952-BC15-4836-8C7D-2957DD770DB7}" srcOrd="0" destOrd="0" presId="urn:microsoft.com/office/officeart/2005/8/layout/vList3"/>
    <dgm:cxn modelId="{6665C12F-694F-4129-835E-44291139F7D2}" type="presParOf" srcId="{D3D865B3-E2AA-472A-A5C8-7895CD0EEFC2}" destId="{B533B8C8-614F-4AAB-B64E-6F42FB4FC1FB}" srcOrd="0" destOrd="0" presId="urn:microsoft.com/office/officeart/2005/8/layout/vList3"/>
    <dgm:cxn modelId="{176EBD2E-4CE4-42DF-96C0-7D963B22B266}" type="presParOf" srcId="{B533B8C8-614F-4AAB-B64E-6F42FB4FC1FB}" destId="{A9E53A8C-6C75-4AC2-9077-BE22DBFF78FA}" srcOrd="0" destOrd="0" presId="urn:microsoft.com/office/officeart/2005/8/layout/vList3"/>
    <dgm:cxn modelId="{A295B939-3674-4D89-8556-251BD12FD391}" type="presParOf" srcId="{B533B8C8-614F-4AAB-B64E-6F42FB4FC1FB}" destId="{6069BAD5-73AD-4EDA-B6FF-06D7C60F7C39}" srcOrd="1" destOrd="0" presId="urn:microsoft.com/office/officeart/2005/8/layout/vList3"/>
    <dgm:cxn modelId="{F994997E-B2A7-4DE0-B066-3860CFB663C3}" type="presParOf" srcId="{D3D865B3-E2AA-472A-A5C8-7895CD0EEFC2}" destId="{E69CF2B3-2A94-45E6-9D31-15EF1B5FD006}" srcOrd="1" destOrd="0" presId="urn:microsoft.com/office/officeart/2005/8/layout/vList3"/>
    <dgm:cxn modelId="{DEF3B0C0-EC91-4639-BF4C-B4AB84C21124}" type="presParOf" srcId="{D3D865B3-E2AA-472A-A5C8-7895CD0EEFC2}" destId="{A10CFC05-0096-4925-AAA3-38756C0F754D}" srcOrd="2" destOrd="0" presId="urn:microsoft.com/office/officeart/2005/8/layout/vList3"/>
    <dgm:cxn modelId="{883EE55E-DC0B-4AD1-9202-12229CCD6257}" type="presParOf" srcId="{A10CFC05-0096-4925-AAA3-38756C0F754D}" destId="{356DAE67-F656-4401-967E-02EAEECAC399}" srcOrd="0" destOrd="0" presId="urn:microsoft.com/office/officeart/2005/8/layout/vList3"/>
    <dgm:cxn modelId="{01DABC61-31DD-418E-8692-2CC39B924712}" type="presParOf" srcId="{A10CFC05-0096-4925-AAA3-38756C0F754D}" destId="{85D93B5D-3122-452C-9AAE-4544DAF46C1D}" srcOrd="1" destOrd="0" presId="urn:microsoft.com/office/officeart/2005/8/layout/vList3"/>
    <dgm:cxn modelId="{B316BE6C-136C-43E9-B3E2-3D6787CCD321}" type="presParOf" srcId="{D3D865B3-E2AA-472A-A5C8-7895CD0EEFC2}" destId="{49D9CAE5-3647-458E-868F-EDDA77352542}" srcOrd="3" destOrd="0" presId="urn:microsoft.com/office/officeart/2005/8/layout/vList3"/>
    <dgm:cxn modelId="{4E1AEE4D-135D-4C95-89EE-DE9995F2FDA2}" type="presParOf" srcId="{D3D865B3-E2AA-472A-A5C8-7895CD0EEFC2}" destId="{8E02C5AB-F8F2-4D58-882A-161813507427}" srcOrd="4" destOrd="0" presId="urn:microsoft.com/office/officeart/2005/8/layout/vList3"/>
    <dgm:cxn modelId="{C9F8AFFB-912C-4AF0-8134-0667AD9480B5}" type="presParOf" srcId="{8E02C5AB-F8F2-4D58-882A-161813507427}" destId="{154E02D2-B807-47F7-87B4-A326113B8CA2}" srcOrd="0" destOrd="0" presId="urn:microsoft.com/office/officeart/2005/8/layout/vList3"/>
    <dgm:cxn modelId="{E1429FAF-BB8A-4AF8-9518-221348FF6CA8}" type="presParOf" srcId="{8E02C5AB-F8F2-4D58-882A-161813507427}" destId="{F4549952-BC15-4836-8C7D-2957DD770DB7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4FB7570-B396-4C8D-BF58-A926303A72E4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0CB89A8B-E02B-4B46-84A3-19EE8FBBF10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What is your name?</a:t>
          </a:r>
          <a:endParaRPr lang="en-US"/>
        </a:p>
      </dgm:t>
    </dgm:pt>
    <dgm:pt modelId="{C35813BF-E1DA-4CF0-AA33-36058F4736C3}" type="parTrans" cxnId="{D2FC674F-D9F2-490B-983B-331B4DBD1594}">
      <dgm:prSet/>
      <dgm:spPr/>
      <dgm:t>
        <a:bodyPr/>
        <a:lstStyle/>
        <a:p>
          <a:endParaRPr lang="en-US"/>
        </a:p>
      </dgm:t>
    </dgm:pt>
    <dgm:pt modelId="{C39CD770-ADAB-47EC-8DD1-611D5A12A1C8}" type="sibTrans" cxnId="{D2FC674F-D9F2-490B-983B-331B4DBD1594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D8D7C16F-9407-4280-A240-E6B9DA80DBF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Why did you choose this course?</a:t>
          </a:r>
          <a:endParaRPr lang="en-US"/>
        </a:p>
      </dgm:t>
    </dgm:pt>
    <dgm:pt modelId="{321E5BE5-AB77-44AB-AC49-3D2A187F5A89}" type="parTrans" cxnId="{F9E78C83-12A1-4B1B-A176-C4FB8F8FDB89}">
      <dgm:prSet/>
      <dgm:spPr/>
      <dgm:t>
        <a:bodyPr/>
        <a:lstStyle/>
        <a:p>
          <a:endParaRPr lang="en-US"/>
        </a:p>
      </dgm:t>
    </dgm:pt>
    <dgm:pt modelId="{BE798A8D-78F4-4822-B21D-819130B53798}" type="sibTrans" cxnId="{F9E78C83-12A1-4B1B-A176-C4FB8F8FDB89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0ED30F45-3716-4300-99C3-DB832E9B0E6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What computer languages do you know?</a:t>
          </a:r>
          <a:endParaRPr lang="en-US"/>
        </a:p>
      </dgm:t>
    </dgm:pt>
    <dgm:pt modelId="{AE7EE62E-EBC6-4697-8854-899F43E93B7C}" type="parTrans" cxnId="{B9294F8D-A624-46FD-94D9-605089A60D81}">
      <dgm:prSet/>
      <dgm:spPr/>
      <dgm:t>
        <a:bodyPr/>
        <a:lstStyle/>
        <a:p>
          <a:endParaRPr lang="en-US"/>
        </a:p>
      </dgm:t>
    </dgm:pt>
    <dgm:pt modelId="{E2F34631-3DC0-4AA9-8FB3-36C6A047617C}" type="sibTrans" cxnId="{B9294F8D-A624-46FD-94D9-605089A60D81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AD3CF932-B5BC-4998-9917-BDF343567C8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dirty="0"/>
            <a:t>What are your expectations for this course?</a:t>
          </a:r>
          <a:endParaRPr lang="en-US" dirty="0"/>
        </a:p>
      </dgm:t>
    </dgm:pt>
    <dgm:pt modelId="{B8573E96-AA0A-4195-9825-70CD17D31083}" type="parTrans" cxnId="{F95081EA-05A9-459B-923C-D050E23E3FAF}">
      <dgm:prSet/>
      <dgm:spPr/>
      <dgm:t>
        <a:bodyPr/>
        <a:lstStyle/>
        <a:p>
          <a:endParaRPr lang="en-US"/>
        </a:p>
      </dgm:t>
    </dgm:pt>
    <dgm:pt modelId="{19DDF85F-9C06-43D2-8E34-288AE8B87C25}" type="sibTrans" cxnId="{F95081EA-05A9-459B-923C-D050E23E3FAF}">
      <dgm:prSet/>
      <dgm:spPr/>
      <dgm:t>
        <a:bodyPr/>
        <a:lstStyle/>
        <a:p>
          <a:endParaRPr lang="en-US"/>
        </a:p>
      </dgm:t>
    </dgm:pt>
    <dgm:pt modelId="{325EC4CD-99AE-40CE-8208-5F7A0D6DE36E}" type="pres">
      <dgm:prSet presAssocID="{74FB7570-B396-4C8D-BF58-A926303A72E4}" presName="root" presStyleCnt="0">
        <dgm:presLayoutVars>
          <dgm:dir/>
          <dgm:resizeHandles val="exact"/>
        </dgm:presLayoutVars>
      </dgm:prSet>
      <dgm:spPr/>
    </dgm:pt>
    <dgm:pt modelId="{EB6EE5B6-0280-4981-AB9D-1C80B7DD028C}" type="pres">
      <dgm:prSet presAssocID="{74FB7570-B396-4C8D-BF58-A926303A72E4}" presName="container" presStyleCnt="0">
        <dgm:presLayoutVars>
          <dgm:dir/>
          <dgm:resizeHandles val="exact"/>
        </dgm:presLayoutVars>
      </dgm:prSet>
      <dgm:spPr/>
    </dgm:pt>
    <dgm:pt modelId="{A94FDD54-7E37-46A0-BF1B-20249BB097FC}" type="pres">
      <dgm:prSet presAssocID="{0CB89A8B-E02B-4B46-84A3-19EE8FBBF102}" presName="compNode" presStyleCnt="0"/>
      <dgm:spPr/>
    </dgm:pt>
    <dgm:pt modelId="{975BCFB0-BED5-48A8-86CD-D619F56CB4BB}" type="pres">
      <dgm:prSet presAssocID="{0CB89A8B-E02B-4B46-84A3-19EE8FBBF102}" presName="iconBgRect" presStyleLbl="bgShp" presStyleIdx="0" presStyleCnt="4"/>
      <dgm:spPr/>
    </dgm:pt>
    <dgm:pt modelId="{A8E3F497-0358-4717-AF99-1BBA4C7AB8E0}" type="pres">
      <dgm:prSet presAssocID="{0CB89A8B-E02B-4B46-84A3-19EE8FBBF102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07943921-A9EA-4F84-9C7F-CA5C6030453C}" type="pres">
      <dgm:prSet presAssocID="{0CB89A8B-E02B-4B46-84A3-19EE8FBBF102}" presName="spaceRect" presStyleCnt="0"/>
      <dgm:spPr/>
    </dgm:pt>
    <dgm:pt modelId="{6DB62760-358A-4789-BB50-3202D2BDD29C}" type="pres">
      <dgm:prSet presAssocID="{0CB89A8B-E02B-4B46-84A3-19EE8FBBF102}" presName="textRect" presStyleLbl="revTx" presStyleIdx="0" presStyleCnt="4">
        <dgm:presLayoutVars>
          <dgm:chMax val="1"/>
          <dgm:chPref val="1"/>
        </dgm:presLayoutVars>
      </dgm:prSet>
      <dgm:spPr/>
    </dgm:pt>
    <dgm:pt modelId="{CB1BE6B5-4432-453B-9DB1-A50012250DBA}" type="pres">
      <dgm:prSet presAssocID="{C39CD770-ADAB-47EC-8DD1-611D5A12A1C8}" presName="sibTrans" presStyleLbl="sibTrans2D1" presStyleIdx="0" presStyleCnt="0"/>
      <dgm:spPr/>
    </dgm:pt>
    <dgm:pt modelId="{3B615D82-178B-4C01-BAA9-2EC4A2E63DDD}" type="pres">
      <dgm:prSet presAssocID="{D8D7C16F-9407-4280-A240-E6B9DA80DBF3}" presName="compNode" presStyleCnt="0"/>
      <dgm:spPr/>
    </dgm:pt>
    <dgm:pt modelId="{7B31C690-AF46-4DE0-B485-2C12274DB454}" type="pres">
      <dgm:prSet presAssocID="{D8D7C16F-9407-4280-A240-E6B9DA80DBF3}" presName="iconBgRect" presStyleLbl="bgShp" presStyleIdx="1" presStyleCnt="4"/>
      <dgm:spPr/>
    </dgm:pt>
    <dgm:pt modelId="{C780C74E-0468-4899-9106-4875523D5CB9}" type="pres">
      <dgm:prSet presAssocID="{D8D7C16F-9407-4280-A240-E6B9DA80DBF3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Questions"/>
        </a:ext>
      </dgm:extLst>
    </dgm:pt>
    <dgm:pt modelId="{DC2DCD0B-99D4-4070-8199-979A4FBDC731}" type="pres">
      <dgm:prSet presAssocID="{D8D7C16F-9407-4280-A240-E6B9DA80DBF3}" presName="spaceRect" presStyleCnt="0"/>
      <dgm:spPr/>
    </dgm:pt>
    <dgm:pt modelId="{469B4581-CC75-4441-B2B1-0DAD5FC5CC39}" type="pres">
      <dgm:prSet presAssocID="{D8D7C16F-9407-4280-A240-E6B9DA80DBF3}" presName="textRect" presStyleLbl="revTx" presStyleIdx="1" presStyleCnt="4">
        <dgm:presLayoutVars>
          <dgm:chMax val="1"/>
          <dgm:chPref val="1"/>
        </dgm:presLayoutVars>
      </dgm:prSet>
      <dgm:spPr/>
    </dgm:pt>
    <dgm:pt modelId="{0EE3D9E5-A958-4370-9273-674D48637C86}" type="pres">
      <dgm:prSet presAssocID="{BE798A8D-78F4-4822-B21D-819130B53798}" presName="sibTrans" presStyleLbl="sibTrans2D1" presStyleIdx="0" presStyleCnt="0"/>
      <dgm:spPr/>
    </dgm:pt>
    <dgm:pt modelId="{4F3B133C-F813-4736-B3F3-B45B0B25C192}" type="pres">
      <dgm:prSet presAssocID="{0ED30F45-3716-4300-99C3-DB832E9B0E61}" presName="compNode" presStyleCnt="0"/>
      <dgm:spPr/>
    </dgm:pt>
    <dgm:pt modelId="{E82E575D-33AE-43E4-85CE-F76035E7D513}" type="pres">
      <dgm:prSet presAssocID="{0ED30F45-3716-4300-99C3-DB832E9B0E61}" presName="iconBgRect" presStyleLbl="bgShp" presStyleIdx="2" presStyleCnt="4"/>
      <dgm:spPr/>
    </dgm:pt>
    <dgm:pt modelId="{5945623A-DA27-4F05-A646-953D7D06BAF2}" type="pres">
      <dgm:prSet presAssocID="{0ED30F45-3716-4300-99C3-DB832E9B0E61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1104B16B-2BC4-499A-B24C-77770142707A}" type="pres">
      <dgm:prSet presAssocID="{0ED30F45-3716-4300-99C3-DB832E9B0E61}" presName="spaceRect" presStyleCnt="0"/>
      <dgm:spPr/>
    </dgm:pt>
    <dgm:pt modelId="{B0326A8C-DA1A-4520-A8F4-F2CBC44D9464}" type="pres">
      <dgm:prSet presAssocID="{0ED30F45-3716-4300-99C3-DB832E9B0E61}" presName="textRect" presStyleLbl="revTx" presStyleIdx="2" presStyleCnt="4">
        <dgm:presLayoutVars>
          <dgm:chMax val="1"/>
          <dgm:chPref val="1"/>
        </dgm:presLayoutVars>
      </dgm:prSet>
      <dgm:spPr/>
    </dgm:pt>
    <dgm:pt modelId="{59416413-7068-4337-B7B8-B14B63A31557}" type="pres">
      <dgm:prSet presAssocID="{E2F34631-3DC0-4AA9-8FB3-36C6A047617C}" presName="sibTrans" presStyleLbl="sibTrans2D1" presStyleIdx="0" presStyleCnt="0"/>
      <dgm:spPr/>
    </dgm:pt>
    <dgm:pt modelId="{4EDD0ABD-E1B5-4CCB-8BCD-67CDAEF79309}" type="pres">
      <dgm:prSet presAssocID="{AD3CF932-B5BC-4998-9917-BDF343567C88}" presName="compNode" presStyleCnt="0"/>
      <dgm:spPr/>
    </dgm:pt>
    <dgm:pt modelId="{65B6776E-C605-4119-B69F-F92B0D116FD2}" type="pres">
      <dgm:prSet presAssocID="{AD3CF932-B5BC-4998-9917-BDF343567C88}" presName="iconBgRect" presStyleLbl="bgShp" presStyleIdx="3" presStyleCnt="4"/>
      <dgm:spPr/>
    </dgm:pt>
    <dgm:pt modelId="{72D6DC2E-1D47-47CA-8314-F0D83DBCB809}" type="pres">
      <dgm:prSet presAssocID="{AD3CF932-B5BC-4998-9917-BDF343567C88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assroom"/>
        </a:ext>
      </dgm:extLst>
    </dgm:pt>
    <dgm:pt modelId="{FBB90110-207A-4429-92D9-656F8B330860}" type="pres">
      <dgm:prSet presAssocID="{AD3CF932-B5BC-4998-9917-BDF343567C88}" presName="spaceRect" presStyleCnt="0"/>
      <dgm:spPr/>
    </dgm:pt>
    <dgm:pt modelId="{791F941E-CEB4-44D2-81D8-5D2D3F5C6281}" type="pres">
      <dgm:prSet presAssocID="{AD3CF932-B5BC-4998-9917-BDF343567C88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A2554118-C0CE-6E4F-993D-FB94F93EE7F4}" type="presOf" srcId="{D8D7C16F-9407-4280-A240-E6B9DA80DBF3}" destId="{469B4581-CC75-4441-B2B1-0DAD5FC5CC39}" srcOrd="0" destOrd="0" presId="urn:microsoft.com/office/officeart/2018/2/layout/IconCircleList"/>
    <dgm:cxn modelId="{D2FC674F-D9F2-490B-983B-331B4DBD1594}" srcId="{74FB7570-B396-4C8D-BF58-A926303A72E4}" destId="{0CB89A8B-E02B-4B46-84A3-19EE8FBBF102}" srcOrd="0" destOrd="0" parTransId="{C35813BF-E1DA-4CF0-AA33-36058F4736C3}" sibTransId="{C39CD770-ADAB-47EC-8DD1-611D5A12A1C8}"/>
    <dgm:cxn modelId="{E59FBD5B-F174-6240-B9B8-091DF20DF0FF}" type="presOf" srcId="{74FB7570-B396-4C8D-BF58-A926303A72E4}" destId="{325EC4CD-99AE-40CE-8208-5F7A0D6DE36E}" srcOrd="0" destOrd="0" presId="urn:microsoft.com/office/officeart/2018/2/layout/IconCircleList"/>
    <dgm:cxn modelId="{0AE74062-7F25-5F4B-871B-620EBB0F2074}" type="presOf" srcId="{C39CD770-ADAB-47EC-8DD1-611D5A12A1C8}" destId="{CB1BE6B5-4432-453B-9DB1-A50012250DBA}" srcOrd="0" destOrd="0" presId="urn:microsoft.com/office/officeart/2018/2/layout/IconCircleList"/>
    <dgm:cxn modelId="{E613C87A-6CA9-7449-8CBE-D5B5BABBB930}" type="presOf" srcId="{E2F34631-3DC0-4AA9-8FB3-36C6A047617C}" destId="{59416413-7068-4337-B7B8-B14B63A31557}" srcOrd="0" destOrd="0" presId="urn:microsoft.com/office/officeart/2018/2/layout/IconCircleList"/>
    <dgm:cxn modelId="{F9E78C83-12A1-4B1B-A176-C4FB8F8FDB89}" srcId="{74FB7570-B396-4C8D-BF58-A926303A72E4}" destId="{D8D7C16F-9407-4280-A240-E6B9DA80DBF3}" srcOrd="1" destOrd="0" parTransId="{321E5BE5-AB77-44AB-AC49-3D2A187F5A89}" sibTransId="{BE798A8D-78F4-4822-B21D-819130B53798}"/>
    <dgm:cxn modelId="{B9294F8D-A624-46FD-94D9-605089A60D81}" srcId="{74FB7570-B396-4C8D-BF58-A926303A72E4}" destId="{0ED30F45-3716-4300-99C3-DB832E9B0E61}" srcOrd="2" destOrd="0" parTransId="{AE7EE62E-EBC6-4697-8854-899F43E93B7C}" sibTransId="{E2F34631-3DC0-4AA9-8FB3-36C6A047617C}"/>
    <dgm:cxn modelId="{2853B1B3-ABA8-2746-8347-E22F6EB49568}" type="presOf" srcId="{0CB89A8B-E02B-4B46-84A3-19EE8FBBF102}" destId="{6DB62760-358A-4789-BB50-3202D2BDD29C}" srcOrd="0" destOrd="0" presId="urn:microsoft.com/office/officeart/2018/2/layout/IconCircleList"/>
    <dgm:cxn modelId="{734DEBBF-D8D3-7043-90FC-B1A1CB4D589F}" type="presOf" srcId="{AD3CF932-B5BC-4998-9917-BDF343567C88}" destId="{791F941E-CEB4-44D2-81D8-5D2D3F5C6281}" srcOrd="0" destOrd="0" presId="urn:microsoft.com/office/officeart/2018/2/layout/IconCircleList"/>
    <dgm:cxn modelId="{20C055D3-B5EF-F747-AC1E-9CF5E45A7514}" type="presOf" srcId="{BE798A8D-78F4-4822-B21D-819130B53798}" destId="{0EE3D9E5-A958-4370-9273-674D48637C86}" srcOrd="0" destOrd="0" presId="urn:microsoft.com/office/officeart/2018/2/layout/IconCircleList"/>
    <dgm:cxn modelId="{F95081EA-05A9-459B-923C-D050E23E3FAF}" srcId="{74FB7570-B396-4C8D-BF58-A926303A72E4}" destId="{AD3CF932-B5BC-4998-9917-BDF343567C88}" srcOrd="3" destOrd="0" parTransId="{B8573E96-AA0A-4195-9825-70CD17D31083}" sibTransId="{19DDF85F-9C06-43D2-8E34-288AE8B87C25}"/>
    <dgm:cxn modelId="{E7F488ED-7EC1-9C4E-B0A4-309FD1F838A7}" type="presOf" srcId="{0ED30F45-3716-4300-99C3-DB832E9B0E61}" destId="{B0326A8C-DA1A-4520-A8F4-F2CBC44D9464}" srcOrd="0" destOrd="0" presId="urn:microsoft.com/office/officeart/2018/2/layout/IconCircleList"/>
    <dgm:cxn modelId="{157698DA-BADD-7C48-AD98-1D67C64EB49C}" type="presParOf" srcId="{325EC4CD-99AE-40CE-8208-5F7A0D6DE36E}" destId="{EB6EE5B6-0280-4981-AB9D-1C80B7DD028C}" srcOrd="0" destOrd="0" presId="urn:microsoft.com/office/officeart/2018/2/layout/IconCircleList"/>
    <dgm:cxn modelId="{67ECBAC3-EA00-8A42-9F4F-CABFB9128C88}" type="presParOf" srcId="{EB6EE5B6-0280-4981-AB9D-1C80B7DD028C}" destId="{A94FDD54-7E37-46A0-BF1B-20249BB097FC}" srcOrd="0" destOrd="0" presId="urn:microsoft.com/office/officeart/2018/2/layout/IconCircleList"/>
    <dgm:cxn modelId="{A58BC956-4BDA-374D-A492-E91AF14F682C}" type="presParOf" srcId="{A94FDD54-7E37-46A0-BF1B-20249BB097FC}" destId="{975BCFB0-BED5-48A8-86CD-D619F56CB4BB}" srcOrd="0" destOrd="0" presId="urn:microsoft.com/office/officeart/2018/2/layout/IconCircleList"/>
    <dgm:cxn modelId="{294E6294-C9A9-C546-AAE8-4DC27D35CF46}" type="presParOf" srcId="{A94FDD54-7E37-46A0-BF1B-20249BB097FC}" destId="{A8E3F497-0358-4717-AF99-1BBA4C7AB8E0}" srcOrd="1" destOrd="0" presId="urn:microsoft.com/office/officeart/2018/2/layout/IconCircleList"/>
    <dgm:cxn modelId="{B332EA54-75D2-564E-898A-9C56A6FEADF7}" type="presParOf" srcId="{A94FDD54-7E37-46A0-BF1B-20249BB097FC}" destId="{07943921-A9EA-4F84-9C7F-CA5C6030453C}" srcOrd="2" destOrd="0" presId="urn:microsoft.com/office/officeart/2018/2/layout/IconCircleList"/>
    <dgm:cxn modelId="{7F6FC527-9510-2B45-9A6C-3A64692994A2}" type="presParOf" srcId="{A94FDD54-7E37-46A0-BF1B-20249BB097FC}" destId="{6DB62760-358A-4789-BB50-3202D2BDD29C}" srcOrd="3" destOrd="0" presId="urn:microsoft.com/office/officeart/2018/2/layout/IconCircleList"/>
    <dgm:cxn modelId="{19D7B26A-3E46-C846-A490-5BD78EDB7C74}" type="presParOf" srcId="{EB6EE5B6-0280-4981-AB9D-1C80B7DD028C}" destId="{CB1BE6B5-4432-453B-9DB1-A50012250DBA}" srcOrd="1" destOrd="0" presId="urn:microsoft.com/office/officeart/2018/2/layout/IconCircleList"/>
    <dgm:cxn modelId="{7330DE65-C9BE-7448-A807-58F0C462B427}" type="presParOf" srcId="{EB6EE5B6-0280-4981-AB9D-1C80B7DD028C}" destId="{3B615D82-178B-4C01-BAA9-2EC4A2E63DDD}" srcOrd="2" destOrd="0" presId="urn:microsoft.com/office/officeart/2018/2/layout/IconCircleList"/>
    <dgm:cxn modelId="{FA2F6C04-B8C3-2943-A47B-644AEB19CBB2}" type="presParOf" srcId="{3B615D82-178B-4C01-BAA9-2EC4A2E63DDD}" destId="{7B31C690-AF46-4DE0-B485-2C12274DB454}" srcOrd="0" destOrd="0" presId="urn:microsoft.com/office/officeart/2018/2/layout/IconCircleList"/>
    <dgm:cxn modelId="{7351859B-C6A6-D94A-B1E8-6F8EF3D932DB}" type="presParOf" srcId="{3B615D82-178B-4C01-BAA9-2EC4A2E63DDD}" destId="{C780C74E-0468-4899-9106-4875523D5CB9}" srcOrd="1" destOrd="0" presId="urn:microsoft.com/office/officeart/2018/2/layout/IconCircleList"/>
    <dgm:cxn modelId="{1707B68E-D44C-4346-A6F8-45B3D7DAAB75}" type="presParOf" srcId="{3B615D82-178B-4C01-BAA9-2EC4A2E63DDD}" destId="{DC2DCD0B-99D4-4070-8199-979A4FBDC731}" srcOrd="2" destOrd="0" presId="urn:microsoft.com/office/officeart/2018/2/layout/IconCircleList"/>
    <dgm:cxn modelId="{557B72B0-93D3-7948-9C18-6FE9C57F5B17}" type="presParOf" srcId="{3B615D82-178B-4C01-BAA9-2EC4A2E63DDD}" destId="{469B4581-CC75-4441-B2B1-0DAD5FC5CC39}" srcOrd="3" destOrd="0" presId="urn:microsoft.com/office/officeart/2018/2/layout/IconCircleList"/>
    <dgm:cxn modelId="{F3D2384C-4092-B14B-854F-8BE7CEDAE74C}" type="presParOf" srcId="{EB6EE5B6-0280-4981-AB9D-1C80B7DD028C}" destId="{0EE3D9E5-A958-4370-9273-674D48637C86}" srcOrd="3" destOrd="0" presId="urn:microsoft.com/office/officeart/2018/2/layout/IconCircleList"/>
    <dgm:cxn modelId="{BC0955F2-D113-1E49-B35C-AC5D154B5198}" type="presParOf" srcId="{EB6EE5B6-0280-4981-AB9D-1C80B7DD028C}" destId="{4F3B133C-F813-4736-B3F3-B45B0B25C192}" srcOrd="4" destOrd="0" presId="urn:microsoft.com/office/officeart/2018/2/layout/IconCircleList"/>
    <dgm:cxn modelId="{40318541-0924-6A4F-89D2-0F158CDB8103}" type="presParOf" srcId="{4F3B133C-F813-4736-B3F3-B45B0B25C192}" destId="{E82E575D-33AE-43E4-85CE-F76035E7D513}" srcOrd="0" destOrd="0" presId="urn:microsoft.com/office/officeart/2018/2/layout/IconCircleList"/>
    <dgm:cxn modelId="{5229755E-4B75-6E4D-873B-2D8AED716B61}" type="presParOf" srcId="{4F3B133C-F813-4736-B3F3-B45B0B25C192}" destId="{5945623A-DA27-4F05-A646-953D7D06BAF2}" srcOrd="1" destOrd="0" presId="urn:microsoft.com/office/officeart/2018/2/layout/IconCircleList"/>
    <dgm:cxn modelId="{44A92A54-89A4-C949-97F2-24DF2FAFA7FF}" type="presParOf" srcId="{4F3B133C-F813-4736-B3F3-B45B0B25C192}" destId="{1104B16B-2BC4-499A-B24C-77770142707A}" srcOrd="2" destOrd="0" presId="urn:microsoft.com/office/officeart/2018/2/layout/IconCircleList"/>
    <dgm:cxn modelId="{F278071B-E905-F543-A12C-F4089DFF221A}" type="presParOf" srcId="{4F3B133C-F813-4736-B3F3-B45B0B25C192}" destId="{B0326A8C-DA1A-4520-A8F4-F2CBC44D9464}" srcOrd="3" destOrd="0" presId="urn:microsoft.com/office/officeart/2018/2/layout/IconCircleList"/>
    <dgm:cxn modelId="{C1228F3E-2AD6-824B-BB58-CB437188E207}" type="presParOf" srcId="{EB6EE5B6-0280-4981-AB9D-1C80B7DD028C}" destId="{59416413-7068-4337-B7B8-B14B63A31557}" srcOrd="5" destOrd="0" presId="urn:microsoft.com/office/officeart/2018/2/layout/IconCircleList"/>
    <dgm:cxn modelId="{08FCEED1-B9B1-EF42-9A3C-4825E008ED30}" type="presParOf" srcId="{EB6EE5B6-0280-4981-AB9D-1C80B7DD028C}" destId="{4EDD0ABD-E1B5-4CCB-8BCD-67CDAEF79309}" srcOrd="6" destOrd="0" presId="urn:microsoft.com/office/officeart/2018/2/layout/IconCircleList"/>
    <dgm:cxn modelId="{2056F47C-5D69-2D4B-9CF7-C8C250C34C81}" type="presParOf" srcId="{4EDD0ABD-E1B5-4CCB-8BCD-67CDAEF79309}" destId="{65B6776E-C605-4119-B69F-F92B0D116FD2}" srcOrd="0" destOrd="0" presId="urn:microsoft.com/office/officeart/2018/2/layout/IconCircleList"/>
    <dgm:cxn modelId="{921DBB81-E1DB-1C40-AEAA-87D41EFD86EE}" type="presParOf" srcId="{4EDD0ABD-E1B5-4CCB-8BCD-67CDAEF79309}" destId="{72D6DC2E-1D47-47CA-8314-F0D83DBCB809}" srcOrd="1" destOrd="0" presId="urn:microsoft.com/office/officeart/2018/2/layout/IconCircleList"/>
    <dgm:cxn modelId="{7C4F710C-612A-CF4C-B96E-7FCDDC471D2D}" type="presParOf" srcId="{4EDD0ABD-E1B5-4CCB-8BCD-67CDAEF79309}" destId="{FBB90110-207A-4429-92D9-656F8B330860}" srcOrd="2" destOrd="0" presId="urn:microsoft.com/office/officeart/2018/2/layout/IconCircleList"/>
    <dgm:cxn modelId="{7284515C-4164-174E-A388-356881432AD5}" type="presParOf" srcId="{4EDD0ABD-E1B5-4CCB-8BCD-67CDAEF79309}" destId="{791F941E-CEB4-44D2-81D8-5D2D3F5C6281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E8C0847-CDD8-47E1-907B-CA0B79EA373C}">
      <dsp:nvSpPr>
        <dsp:cNvPr id="0" name=""/>
        <dsp:cNvSpPr/>
      </dsp:nvSpPr>
      <dsp:spPr>
        <a:xfrm rot="16200000">
          <a:off x="863481" y="-863481"/>
          <a:ext cx="1951048" cy="3678011"/>
        </a:xfrm>
        <a:prstGeom prst="round1Rect">
          <a:avLst/>
        </a:prstGeom>
        <a:solidFill>
          <a:schemeClr val="accent5">
            <a:lumMod val="60000"/>
            <a:lumOff val="4000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6248" tIns="206248" rIns="206248" bIns="206248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Attendance</a:t>
          </a:r>
        </a:p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10%</a:t>
          </a:r>
        </a:p>
      </dsp:txBody>
      <dsp:txXfrm rot="5400000">
        <a:off x="0" y="0"/>
        <a:ext cx="3678011" cy="1463286"/>
      </dsp:txXfrm>
    </dsp:sp>
    <dsp:sp modelId="{E7484152-088E-4572-AC62-9DA14AE909E1}">
      <dsp:nvSpPr>
        <dsp:cNvPr id="0" name=""/>
        <dsp:cNvSpPr/>
      </dsp:nvSpPr>
      <dsp:spPr>
        <a:xfrm>
          <a:off x="3678011" y="0"/>
          <a:ext cx="3678011" cy="1951048"/>
        </a:xfrm>
        <a:prstGeom prst="round1Rect">
          <a:avLst/>
        </a:prstGeom>
        <a:solidFill>
          <a:srgbClr val="92D050"/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6248" tIns="206248" rIns="206248" bIns="206248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Midterm Exam</a:t>
          </a:r>
        </a:p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10%</a:t>
          </a:r>
        </a:p>
      </dsp:txBody>
      <dsp:txXfrm>
        <a:off x="3678011" y="0"/>
        <a:ext cx="3678011" cy="1463286"/>
      </dsp:txXfrm>
    </dsp:sp>
    <dsp:sp modelId="{20699EA7-AB01-41E5-AC24-B032CA326B45}">
      <dsp:nvSpPr>
        <dsp:cNvPr id="0" name=""/>
        <dsp:cNvSpPr/>
      </dsp:nvSpPr>
      <dsp:spPr>
        <a:xfrm rot="10800000">
          <a:off x="0" y="1951048"/>
          <a:ext cx="3678011" cy="1951048"/>
        </a:xfrm>
        <a:prstGeom prst="round1Rect">
          <a:avLst/>
        </a:prstGeom>
        <a:solidFill>
          <a:srgbClr val="00B0F0"/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6248" tIns="206248" rIns="206248" bIns="206248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Group Project</a:t>
          </a:r>
        </a:p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25%</a:t>
          </a:r>
        </a:p>
      </dsp:txBody>
      <dsp:txXfrm rot="10800000">
        <a:off x="0" y="2438810"/>
        <a:ext cx="3678011" cy="1463286"/>
      </dsp:txXfrm>
    </dsp:sp>
    <dsp:sp modelId="{FA8414D5-49EF-43BF-8D86-AACB668D2D52}">
      <dsp:nvSpPr>
        <dsp:cNvPr id="0" name=""/>
        <dsp:cNvSpPr/>
      </dsp:nvSpPr>
      <dsp:spPr>
        <a:xfrm rot="5400000">
          <a:off x="4541492" y="1087566"/>
          <a:ext cx="1951048" cy="3678011"/>
        </a:xfrm>
        <a:prstGeom prst="round1Rect">
          <a:avLst/>
        </a:prstGeom>
        <a:solidFill>
          <a:srgbClr val="FF0000"/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6248" tIns="206248" rIns="206248" bIns="206248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Final Exam</a:t>
          </a:r>
        </a:p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30%</a:t>
          </a:r>
        </a:p>
      </dsp:txBody>
      <dsp:txXfrm rot="-5400000">
        <a:off x="3678011" y="2438809"/>
        <a:ext cx="3678011" cy="1463286"/>
      </dsp:txXfrm>
    </dsp:sp>
    <dsp:sp modelId="{283148E0-B413-44B1-AC03-FAB99E6AE4D7}">
      <dsp:nvSpPr>
        <dsp:cNvPr id="0" name=""/>
        <dsp:cNvSpPr/>
      </dsp:nvSpPr>
      <dsp:spPr>
        <a:xfrm>
          <a:off x="2574607" y="1463286"/>
          <a:ext cx="2206806" cy="975524"/>
        </a:xfrm>
        <a:prstGeom prst="roundRect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Report 25%</a:t>
          </a:r>
        </a:p>
      </dsp:txBody>
      <dsp:txXfrm>
        <a:off x="2622228" y="1510907"/>
        <a:ext cx="2111564" cy="88028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069BAD5-73AD-4EDA-B6FF-06D7C60F7C39}">
      <dsp:nvSpPr>
        <dsp:cNvPr id="0" name=""/>
        <dsp:cNvSpPr/>
      </dsp:nvSpPr>
      <dsp:spPr>
        <a:xfrm rot="10800000">
          <a:off x="1678592" y="2646"/>
          <a:ext cx="5269992" cy="1397403"/>
        </a:xfrm>
        <a:prstGeom prst="homePlate">
          <a:avLst/>
        </a:prstGeom>
        <a:solidFill>
          <a:schemeClr val="accent2">
            <a:lumMod val="7500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16216" tIns="148590" rIns="277368" bIns="14859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b="0" i="0" kern="1200" dirty="0">
              <a:effectLst/>
              <a:latin typeface="Söhne"/>
            </a:rPr>
            <a:t>Copy from your friends</a:t>
          </a:r>
        </a:p>
      </dsp:txBody>
      <dsp:txXfrm rot="10800000">
        <a:off x="2027943" y="2646"/>
        <a:ext cx="4920641" cy="1397403"/>
      </dsp:txXfrm>
    </dsp:sp>
    <dsp:sp modelId="{A9E53A8C-6C75-4AC2-9077-BE22DBFF78FA}">
      <dsp:nvSpPr>
        <dsp:cNvPr id="0" name=""/>
        <dsp:cNvSpPr/>
      </dsp:nvSpPr>
      <dsp:spPr>
        <a:xfrm>
          <a:off x="716703" y="0"/>
          <a:ext cx="1404754" cy="1397403"/>
        </a:xfrm>
        <a:prstGeom prst="ellipse">
          <a:avLst/>
        </a:prstGeom>
        <a:blipFill rotWithShape="1">
          <a:blip xmlns:r="http://schemas.openxmlformats.org/officeDocument/2006/relationships" r:embed="rId1"/>
          <a:srcRect/>
          <a:stretch>
            <a:fillRect l="-25000" r="-25000"/>
          </a:stretch>
        </a:blip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85D93B5D-3122-452C-9AAE-4544DAF46C1D}">
      <dsp:nvSpPr>
        <dsp:cNvPr id="0" name=""/>
        <dsp:cNvSpPr/>
      </dsp:nvSpPr>
      <dsp:spPr>
        <a:xfrm rot="10800000">
          <a:off x="1676754" y="1817186"/>
          <a:ext cx="5269992" cy="1397403"/>
        </a:xfrm>
        <a:prstGeom prst="homePlate">
          <a:avLst/>
        </a:prstGeom>
        <a:solidFill>
          <a:schemeClr val="accent2">
            <a:lumMod val="7500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16216" tIns="148590" rIns="277368" bIns="14859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b="0" i="0" kern="1200" dirty="0">
              <a:effectLst/>
              <a:latin typeface="Söhne"/>
            </a:rPr>
            <a:t>Copy from the Internet</a:t>
          </a:r>
          <a:endParaRPr lang="en-US" sz="3900" kern="1200" dirty="0"/>
        </a:p>
      </dsp:txBody>
      <dsp:txXfrm rot="10800000">
        <a:off x="2026105" y="1817186"/>
        <a:ext cx="4920641" cy="1397403"/>
      </dsp:txXfrm>
    </dsp:sp>
    <dsp:sp modelId="{356DAE67-F656-4401-967E-02EAEECAC399}">
      <dsp:nvSpPr>
        <dsp:cNvPr id="0" name=""/>
        <dsp:cNvSpPr/>
      </dsp:nvSpPr>
      <dsp:spPr>
        <a:xfrm>
          <a:off x="485859" y="1936692"/>
          <a:ext cx="1397403" cy="1397403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F4549952-BC15-4836-8C7D-2957DD770DB7}">
      <dsp:nvSpPr>
        <dsp:cNvPr id="0" name=""/>
        <dsp:cNvSpPr/>
      </dsp:nvSpPr>
      <dsp:spPr>
        <a:xfrm rot="10800000">
          <a:off x="1676754" y="3631725"/>
          <a:ext cx="5269992" cy="1397403"/>
        </a:xfrm>
        <a:prstGeom prst="homePlate">
          <a:avLst/>
        </a:prstGeom>
        <a:solidFill>
          <a:schemeClr val="accent2">
            <a:lumMod val="7500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16216" tIns="148590" rIns="277368" bIns="14859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b="0" i="0" kern="1200" dirty="0">
              <a:effectLst/>
              <a:latin typeface="Söhne"/>
            </a:rPr>
            <a:t>Use ChatGPT.</a:t>
          </a:r>
          <a:endParaRPr lang="en-US" sz="3900" kern="1200" dirty="0"/>
        </a:p>
      </dsp:txBody>
      <dsp:txXfrm rot="10800000">
        <a:off x="2026105" y="3631725"/>
        <a:ext cx="4920641" cy="1397403"/>
      </dsp:txXfrm>
    </dsp:sp>
    <dsp:sp modelId="{154E02D2-B807-47F7-87B4-A326113B8CA2}">
      <dsp:nvSpPr>
        <dsp:cNvPr id="0" name=""/>
        <dsp:cNvSpPr/>
      </dsp:nvSpPr>
      <dsp:spPr>
        <a:xfrm>
          <a:off x="467972" y="3607522"/>
          <a:ext cx="1397403" cy="1397403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75BCFB0-BED5-48A8-86CD-D619F56CB4BB}">
      <dsp:nvSpPr>
        <dsp:cNvPr id="0" name=""/>
        <dsp:cNvSpPr/>
      </dsp:nvSpPr>
      <dsp:spPr>
        <a:xfrm>
          <a:off x="282221" y="368029"/>
          <a:ext cx="1371985" cy="1371985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8E3F497-0358-4717-AF99-1BBA4C7AB8E0}">
      <dsp:nvSpPr>
        <dsp:cNvPr id="0" name=""/>
        <dsp:cNvSpPr/>
      </dsp:nvSpPr>
      <dsp:spPr>
        <a:xfrm>
          <a:off x="570337" y="656145"/>
          <a:ext cx="795751" cy="79575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DB62760-358A-4789-BB50-3202D2BDD29C}">
      <dsp:nvSpPr>
        <dsp:cNvPr id="0" name=""/>
        <dsp:cNvSpPr/>
      </dsp:nvSpPr>
      <dsp:spPr>
        <a:xfrm>
          <a:off x="1948202" y="368029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/>
            <a:t>What is your name?</a:t>
          </a:r>
          <a:endParaRPr lang="en-US" sz="2400" kern="1200"/>
        </a:p>
      </dsp:txBody>
      <dsp:txXfrm>
        <a:off x="1948202" y="368029"/>
        <a:ext cx="3233964" cy="1371985"/>
      </dsp:txXfrm>
    </dsp:sp>
    <dsp:sp modelId="{7B31C690-AF46-4DE0-B485-2C12274DB454}">
      <dsp:nvSpPr>
        <dsp:cNvPr id="0" name=""/>
        <dsp:cNvSpPr/>
      </dsp:nvSpPr>
      <dsp:spPr>
        <a:xfrm>
          <a:off x="5745661" y="368029"/>
          <a:ext cx="1371985" cy="1371985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780C74E-0468-4899-9106-4875523D5CB9}">
      <dsp:nvSpPr>
        <dsp:cNvPr id="0" name=""/>
        <dsp:cNvSpPr/>
      </dsp:nvSpPr>
      <dsp:spPr>
        <a:xfrm>
          <a:off x="6033778" y="656145"/>
          <a:ext cx="795751" cy="79575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69B4581-CC75-4441-B2B1-0DAD5FC5CC39}">
      <dsp:nvSpPr>
        <dsp:cNvPr id="0" name=""/>
        <dsp:cNvSpPr/>
      </dsp:nvSpPr>
      <dsp:spPr>
        <a:xfrm>
          <a:off x="7411643" y="368029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/>
            <a:t>Why did you choose this course?</a:t>
          </a:r>
          <a:endParaRPr lang="en-US" sz="2400" kern="1200"/>
        </a:p>
      </dsp:txBody>
      <dsp:txXfrm>
        <a:off x="7411643" y="368029"/>
        <a:ext cx="3233964" cy="1371985"/>
      </dsp:txXfrm>
    </dsp:sp>
    <dsp:sp modelId="{E82E575D-33AE-43E4-85CE-F76035E7D513}">
      <dsp:nvSpPr>
        <dsp:cNvPr id="0" name=""/>
        <dsp:cNvSpPr/>
      </dsp:nvSpPr>
      <dsp:spPr>
        <a:xfrm>
          <a:off x="282221" y="2452790"/>
          <a:ext cx="1371985" cy="1371985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945623A-DA27-4F05-A646-953D7D06BAF2}">
      <dsp:nvSpPr>
        <dsp:cNvPr id="0" name=""/>
        <dsp:cNvSpPr/>
      </dsp:nvSpPr>
      <dsp:spPr>
        <a:xfrm>
          <a:off x="570337" y="2740907"/>
          <a:ext cx="795751" cy="79575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0326A8C-DA1A-4520-A8F4-F2CBC44D9464}">
      <dsp:nvSpPr>
        <dsp:cNvPr id="0" name=""/>
        <dsp:cNvSpPr/>
      </dsp:nvSpPr>
      <dsp:spPr>
        <a:xfrm>
          <a:off x="1948202" y="2452790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/>
            <a:t>What computer languages do you know?</a:t>
          </a:r>
          <a:endParaRPr lang="en-US" sz="2400" kern="1200"/>
        </a:p>
      </dsp:txBody>
      <dsp:txXfrm>
        <a:off x="1948202" y="2452790"/>
        <a:ext cx="3233964" cy="1371985"/>
      </dsp:txXfrm>
    </dsp:sp>
    <dsp:sp modelId="{65B6776E-C605-4119-B69F-F92B0D116FD2}">
      <dsp:nvSpPr>
        <dsp:cNvPr id="0" name=""/>
        <dsp:cNvSpPr/>
      </dsp:nvSpPr>
      <dsp:spPr>
        <a:xfrm>
          <a:off x="5745661" y="2452790"/>
          <a:ext cx="1371985" cy="1371985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2D6DC2E-1D47-47CA-8314-F0D83DBCB809}">
      <dsp:nvSpPr>
        <dsp:cNvPr id="0" name=""/>
        <dsp:cNvSpPr/>
      </dsp:nvSpPr>
      <dsp:spPr>
        <a:xfrm>
          <a:off x="6033778" y="2740907"/>
          <a:ext cx="795751" cy="79575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91F941E-CEB4-44D2-81D8-5D2D3F5C6281}">
      <dsp:nvSpPr>
        <dsp:cNvPr id="0" name=""/>
        <dsp:cNvSpPr/>
      </dsp:nvSpPr>
      <dsp:spPr>
        <a:xfrm>
          <a:off x="7411643" y="2452790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dirty="0"/>
            <a:t>What are your expectations for this course?</a:t>
          </a:r>
          <a:endParaRPr lang="en-US" sz="2400" kern="1200" dirty="0"/>
        </a:p>
      </dsp:txBody>
      <dsp:txXfrm>
        <a:off x="7411643" y="2452790"/>
        <a:ext cx="3233964" cy="137198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matrix1">
  <dgm:title val=""/>
  <dgm:desc val=""/>
  <dgm:catLst>
    <dgm:cat type="matrix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3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3" destOrd="0"/>
      </dgm:cxnLst>
      <dgm:bg/>
      <dgm:whole/>
    </dgm:dataModel>
  </dgm:clrData>
  <dgm:layoutNode name="diagram">
    <dgm:varLst>
      <dgm:chMax val="1"/>
      <dgm:dir/>
      <dgm:animLvl val="ctr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ctrX" for="ch" forName="matrix" refType="w" fact="0.5"/>
      <dgm:constr type="ctrY" for="ch" forName="matrix" refType="h" fact="0.5"/>
      <dgm:constr type="w" for="ch" forName="matrix" refType="w"/>
      <dgm:constr type="h" for="ch" forName="matrix" refType="h"/>
      <dgm:constr type="ctrX" for="ch" forName="centerTile" refType="w" fact="0.5"/>
      <dgm:constr type="ctrY" for="ch" forName="centerTile" refType="h" fact="0.5"/>
      <dgm:constr type="w" for="ch" forName="centerTile" refType="w" fact="0.3"/>
      <dgm:constr type="h" for="ch" forName="centerTile" refType="h" fact="0.25"/>
      <dgm:constr type="primFontSz" for="des" ptType="node" op="equ" val="65"/>
    </dgm:constrLst>
    <dgm:ruleLst/>
    <dgm:choose name="Name0">
      <dgm:if name="Name1" axis="ch" ptType="node" func="cnt" op="gte" val="1">
        <dgm:layoutNode name="matrix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l" for="ch" forName="tile1"/>
            <dgm:constr type="t" for="ch" forName="tile1"/>
            <dgm:constr type="r" for="ch" forName="tile1" refType="w" fact="0.5"/>
            <dgm:constr type="b" for="ch" forName="tile1" refType="h" fact="0.5"/>
            <dgm:constr type="l" for="ch" forName="tile1text" refType="l" refFor="ch" refForName="tile1"/>
            <dgm:constr type="t" for="ch" forName="tile1text" refType="t" refFor="ch" refForName="tile1"/>
            <dgm:constr type="w" for="ch" forName="tile1text" refType="w" refFor="ch" refForName="tile1"/>
            <dgm:constr type="h" for="ch" forName="tile1text" refType="h" refFor="ch" refForName="tile1" fact="0.75"/>
            <dgm:constr type="r" for="ch" forName="tile2" refType="w"/>
            <dgm:constr type="t" for="ch" forName="tile2"/>
            <dgm:constr type="l" for="ch" forName="tile2" refType="w" fact="0.5"/>
            <dgm:constr type="b" for="ch" forName="tile2" refType="h" fact="0.5"/>
            <dgm:constr type="r" for="ch" forName="tile2text" refType="r" refFor="ch" refForName="tile2"/>
            <dgm:constr type="t" for="ch" forName="tile2text" refType="t" refFor="ch" refForName="tile2"/>
            <dgm:constr type="w" for="ch" forName="tile2text" refType="w" refFor="ch" refForName="tile2"/>
            <dgm:constr type="h" for="ch" forName="tile2text" refType="h" refFor="ch" refForName="tile2" fact="0.75"/>
            <dgm:constr type="l" for="ch" forName="tile3"/>
            <dgm:constr type="b" for="ch" forName="tile3" refType="h"/>
            <dgm:constr type="r" for="ch" forName="tile3" refType="w" fact="0.5"/>
            <dgm:constr type="t" for="ch" forName="tile3" refType="h" fact="0.5"/>
            <dgm:constr type="l" for="ch" forName="tile3text" refType="l" refFor="ch" refForName="tile3"/>
            <dgm:constr type="b" for="ch" forName="tile3text" refType="b" refFor="ch" refForName="tile3"/>
            <dgm:constr type="w" for="ch" forName="tile3text" refType="w" refFor="ch" refForName="tile3"/>
            <dgm:constr type="h" for="ch" forName="tile3text" refType="h" refFor="ch" refForName="tile3" fact="0.75"/>
            <dgm:constr type="r" for="ch" forName="tile4" refType="w"/>
            <dgm:constr type="b" for="ch" forName="tile4" refType="h"/>
            <dgm:constr type="l" for="ch" forName="tile4" refType="w" fact="0.5"/>
            <dgm:constr type="t" for="ch" forName="tile4" refType="h" fact="0.5"/>
            <dgm:constr type="r" for="ch" forName="tile4text" refType="r" refFor="ch" refForName="tile4"/>
            <dgm:constr type="b" for="ch" forName="tile4text" refType="b" refFor="ch" refForName="tile4"/>
            <dgm:constr type="w" for="ch" forName="tile4text" refType="w" refFor="ch" refForName="tile4"/>
            <dgm:constr type="h" for="ch" forName="tile4text" refType="h" refFor="ch" refForName="tile4" fact="0.75"/>
          </dgm:constrLst>
          <dgm:ruleLst/>
          <dgm:layoutNode name="tile1" styleLbl="node1">
            <dgm:alg type="sp"/>
            <dgm:shape xmlns:r="http://schemas.openxmlformats.org/officeDocument/2006/relationships" rot="270" type="round1Rect" r:blip="">
              <dgm:adjLst/>
            </dgm:shape>
            <dgm:choose name="Name2">
              <dgm:if name="Name3" func="var" arg="dir" op="equ" val="norm">
                <dgm:presOf axis="ch ch desOrSelf" ptType="node node node" st="1 1 1" cnt="1 1 0"/>
              </dgm:if>
              <dgm:else name="Name4">
                <dgm:presOf axis="ch ch desOrSelf" ptType="node node node" st="1 2 1" cnt="1 1 0"/>
              </dgm:else>
            </dgm:choose>
            <dgm:constrLst/>
            <dgm:ruleLst/>
          </dgm:layoutNode>
          <dgm:layoutNode name="tile1text" styleLbl="node1">
            <dgm:varLst>
              <dgm:chMax val="0"/>
              <dgm:chPref val="0"/>
              <dgm:bulletEnabled val="1"/>
            </dgm:varLst>
            <dgm:choose name="Name5">
              <dgm:if name="Name6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7">
                <dgm:alg type="tx"/>
              </dgm:else>
            </dgm:choose>
            <dgm:shape xmlns:r="http://schemas.openxmlformats.org/officeDocument/2006/relationships" rot="270" type="rect" r:blip="" hideGeom="1">
              <dgm:adjLst>
                <dgm:adj idx="1" val="0.2"/>
              </dgm:adjLst>
            </dgm:shape>
            <dgm:choose name="Name8">
              <dgm:if name="Name9" func="var" arg="dir" op="equ" val="norm">
                <dgm:presOf axis="ch ch desOrSelf" ptType="node node node" st="1 1 1" cnt="1 1 0"/>
              </dgm:if>
              <dgm:else name="Name10">
                <dgm:presOf axis="ch ch desOrSelf" ptType="node node node" st="1 2 1" cnt="1 1 0"/>
              </dgm:else>
            </dgm:choose>
            <dgm:constrLst/>
            <dgm:ruleLst>
              <dgm:rule type="primFontSz" val="5" fact="NaN" max="NaN"/>
            </dgm:ruleLst>
          </dgm:layoutNode>
          <dgm:layoutNode name="tile2" styleLbl="node1">
            <dgm:alg type="sp"/>
            <dgm:shape xmlns:r="http://schemas.openxmlformats.org/officeDocument/2006/relationships" type="round1Rect" r:blip="">
              <dgm:adjLst/>
            </dgm:shape>
            <dgm:choose name="Name11">
              <dgm:if name="Name12" func="var" arg="dir" op="equ" val="norm">
                <dgm:presOf axis="ch ch desOrSelf" ptType="node node node" st="1 2 1" cnt="1 1 0"/>
              </dgm:if>
              <dgm:else name="Name13">
                <dgm:presOf axis="ch ch desOrSelf" ptType="node node node" st="1 1 1" cnt="1 1 0"/>
              </dgm:else>
            </dgm:choose>
            <dgm:constrLst/>
            <dgm:ruleLst/>
          </dgm:layoutNode>
          <dgm:layoutNode name="tile2text" styleLbl="node1">
            <dgm:varLst>
              <dgm:chMax val="0"/>
              <dgm:chPref val="0"/>
              <dgm:bulletEnabled val="1"/>
            </dgm:varLst>
            <dgm:choose name="Name14">
              <dgm:if name="Name15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16">
                <dgm:alg type="tx"/>
              </dgm:else>
            </dgm:choose>
            <dgm:shape xmlns:r="http://schemas.openxmlformats.org/officeDocument/2006/relationships" type="rect" r:blip="" hideGeom="1">
              <dgm:adjLst/>
            </dgm:shape>
            <dgm:choose name="Name17">
              <dgm:if name="Name18" func="var" arg="dir" op="equ" val="norm">
                <dgm:presOf axis="ch ch desOrSelf" ptType="node node node" st="1 2 1" cnt="1 1 0"/>
              </dgm:if>
              <dgm:else name="Name19">
                <dgm:presOf axis="ch ch desOrSelf" ptType="node node node" st="1 1 1" cnt="1 1 0"/>
              </dgm:else>
            </dgm:choose>
            <dgm:constrLst/>
            <dgm:ruleLst>
              <dgm:rule type="primFontSz" val="5" fact="NaN" max="NaN"/>
            </dgm:ruleLst>
          </dgm:layoutNode>
          <dgm:layoutNode name="tile3" styleLbl="node1">
            <dgm:alg type="sp"/>
            <dgm:shape xmlns:r="http://schemas.openxmlformats.org/officeDocument/2006/relationships" rot="180" type="round1Rect" r:blip="">
              <dgm:adjLst/>
            </dgm:shape>
            <dgm:choose name="Name20">
              <dgm:if name="Name21" func="var" arg="dir" op="equ" val="norm">
                <dgm:presOf axis="ch ch desOrSelf" ptType="node node node" st="1 3 1" cnt="1 1 0"/>
              </dgm:if>
              <dgm:else name="Name22">
                <dgm:presOf axis="ch ch desOrSelf" ptType="node node node" st="1 4 1" cnt="1 1 0"/>
              </dgm:else>
            </dgm:choose>
            <dgm:constrLst/>
            <dgm:ruleLst/>
          </dgm:layoutNode>
          <dgm:layoutNode name="tile3text" styleLbl="node1">
            <dgm:varLst>
              <dgm:chMax val="0"/>
              <dgm:chPref val="0"/>
              <dgm:bulletEnabled val="1"/>
            </dgm:varLst>
            <dgm:choose name="Name23">
              <dgm:if name="Name24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25">
                <dgm:alg type="tx"/>
              </dgm:else>
            </dgm:choose>
            <dgm:shape xmlns:r="http://schemas.openxmlformats.org/officeDocument/2006/relationships" rot="180" type="rect" r:blip="" hideGeom="1">
              <dgm:adjLst/>
            </dgm:shape>
            <dgm:choose name="Name26">
              <dgm:if name="Name27" func="var" arg="dir" op="equ" val="norm">
                <dgm:presOf axis="ch ch desOrSelf" ptType="node node node" st="1 3 1" cnt="1 1 0"/>
              </dgm:if>
              <dgm:else name="Name28">
                <dgm:presOf axis="ch ch desOrSelf" ptType="node node node" st="1 4 1" cnt="1 1 0"/>
              </dgm:else>
            </dgm:choose>
            <dgm:constrLst/>
            <dgm:ruleLst>
              <dgm:rule type="primFontSz" val="5" fact="NaN" max="NaN"/>
            </dgm:ruleLst>
          </dgm:layoutNode>
          <dgm:layoutNode name="tile4" styleLbl="node1">
            <dgm:alg type="sp"/>
            <dgm:shape xmlns:r="http://schemas.openxmlformats.org/officeDocument/2006/relationships" rot="90" type="round1Rect" r:blip="">
              <dgm:adjLst/>
            </dgm:shape>
            <dgm:choose name="Name29">
              <dgm:if name="Name30" func="var" arg="dir" op="equ" val="norm">
                <dgm:presOf axis="ch ch desOrSelf" ptType="node node node" st="1 4 1" cnt="1 1 0"/>
              </dgm:if>
              <dgm:else name="Name31">
                <dgm:presOf axis="ch ch desOrSelf" ptType="node node node" st="1 3 1" cnt="1 1 0"/>
              </dgm:else>
            </dgm:choose>
            <dgm:constrLst/>
            <dgm:ruleLst/>
          </dgm:layoutNode>
          <dgm:layoutNode name="tile4text" styleLbl="node1">
            <dgm:varLst>
              <dgm:chMax val="0"/>
              <dgm:chPref val="0"/>
              <dgm:bulletEnabled val="1"/>
            </dgm:varLst>
            <dgm:choose name="Name32">
              <dgm:if name="Name33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34">
                <dgm:alg type="tx"/>
              </dgm:else>
            </dgm:choose>
            <dgm:shape xmlns:r="http://schemas.openxmlformats.org/officeDocument/2006/relationships" rot="90" type="rect" r:blip="" hideGeom="1">
              <dgm:adjLst/>
            </dgm:shape>
            <dgm:choose name="Name35">
              <dgm:if name="Name36" func="var" arg="dir" op="equ" val="norm">
                <dgm:presOf axis="ch ch desOrSelf" ptType="node node node" st="1 4 1" cnt="1 1 0"/>
              </dgm:if>
              <dgm:else name="Name37">
                <dgm:presOf axis="ch ch desOrSelf" ptType="node node node" st="1 3 1" cnt="1 1 0"/>
              </dgm:else>
            </dgm:choose>
            <dgm:constrLst/>
            <dgm:ruleLst>
              <dgm:rule type="primFontSz" val="5" fact="NaN" max="NaN"/>
            </dgm:ruleLst>
          </dgm:layoutNode>
        </dgm:layoutNode>
        <dgm:layoutNode name="centerTile" styleLbl="fgShp">
          <dgm:varLst>
            <dgm:chMax val="0"/>
            <dgm:chPref val="0"/>
          </dgm:varLst>
          <dgm:alg type="tx"/>
          <dgm:shape xmlns:r="http://schemas.openxmlformats.org/officeDocument/2006/relationships" type="roundRect" r:blip="">
            <dgm:adjLst/>
          </dgm:shape>
          <dgm:presOf axis="ch" ptType="node" cnt="1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38"/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07887F-C53B-4DE1-9370-1753628A27D5}" type="datetimeFigureOut">
              <a:rPr lang="en-US" smtClean="0"/>
              <a:t>9/12/25</a:t>
            </a:fld>
            <a:endParaRPr lang="en-US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92CA77-D249-42F0-B99C-E07DDDA4F3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93139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92CA77-D249-42F0-B99C-E07DDDA4F35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7668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92CA77-D249-42F0-B99C-E07DDDA4F35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7599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92CA77-D249-42F0-B99C-E07DDDA4F35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00956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92CA77-D249-42F0-B99C-E07DDDA4F35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91383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92CA77-D249-42F0-B99C-E07DDDA4F35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62187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82DC5C-94E6-A11C-73FF-F52A4FAFB8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B120119-5237-AB3C-3C3C-39EBA06AF8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ECF4875-2249-6723-A2B6-15332B4C7B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909CA-8804-4D78-961D-639C9728F58F}" type="datetimeFigureOut">
              <a:rPr lang="en-US" smtClean="0"/>
              <a:t>9/12/25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42DCBF0-2112-8F14-D974-0ACFBA53E8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BE796C5-D521-DB1B-7E0C-5034E83969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10412-DD46-4BE9-8919-118BE1485B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03455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3C1491-EBD8-2ED0-4E33-6721C4D56C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EEADC29-BDAC-9408-D39D-32F4D2512A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B5A7C13-81B8-6B77-6E2C-58027CE569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909CA-8804-4D78-961D-639C9728F58F}" type="datetimeFigureOut">
              <a:rPr lang="en-US" smtClean="0"/>
              <a:t>9/12/25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6DF773C-CA87-FF6B-0F23-9ECA2F0360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24DB05B-1862-DB30-2BC0-74F2106529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10412-DD46-4BE9-8919-118BE1485B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79855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5242EF-1FC8-FCA8-1AFB-4C4FCB6E37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EB47787-4DBF-F5A4-97DC-0E03CE5F35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558C210-C3FD-E2D9-71D6-FD4820E07F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909CA-8804-4D78-961D-639C9728F58F}" type="datetimeFigureOut">
              <a:rPr lang="en-US" smtClean="0"/>
              <a:t>9/12/25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1029D8B-478F-22B2-C45D-1383AF5EB7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8AD5328-C0C4-0E81-6D29-BFB2920F6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10412-DD46-4BE9-8919-118BE1485B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00952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DF5047-C102-185D-BCF8-C02A498951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2475A79-F86D-D22A-C73C-D202084748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FA7A36E-1671-A5A7-E133-68F6647C1A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656634E-ED97-1BE7-BAD9-BDF92E046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909CA-8804-4D78-961D-639C9728F58F}" type="datetimeFigureOut">
              <a:rPr lang="en-US" smtClean="0"/>
              <a:t>9/12/25</a:t>
            </a:fld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085A2D5-47EF-EC9C-2618-3B6A845188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36616DA-E755-FAAF-E58C-F0EE0A9AF1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10412-DD46-4BE9-8919-118BE1485B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00756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88A9847-9141-EAE9-FCA3-9ADBDFC79F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A2C699B-8A26-55CB-ECB1-3D97425372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06B0E88-9A88-A133-D112-E6442B6026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1A6AF254-C63F-3695-DAF7-1C1DB5185F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F33C82BF-096C-3D77-28B9-40FBF78161C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CC367937-1BB3-0584-19B5-4C49A05A60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909CA-8804-4D78-961D-639C9728F58F}" type="datetimeFigureOut">
              <a:rPr lang="en-US" smtClean="0"/>
              <a:t>9/12/25</a:t>
            </a:fld>
            <a:endParaRPr lang="en-US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30CBF1B7-5621-8767-A810-7D51C3DC2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C493D085-BEED-E8B4-4C67-37C7CE8154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10412-DD46-4BE9-8919-118BE1485B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53327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B28AD8-FCEC-B6D7-5980-9AF19049E5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ECCA10ED-B31D-EE30-9E18-AFA0017706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909CA-8804-4D78-961D-639C9728F58F}" type="datetimeFigureOut">
              <a:rPr lang="en-US" smtClean="0"/>
              <a:t>9/12/25</a:t>
            </a:fld>
            <a:endParaRPr lang="en-US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53BD09A9-20B4-7ECA-3038-D09DB167C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4537660-4D84-7D72-EFE3-D9A6C94FC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10412-DD46-4BE9-8919-118BE1485B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19749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E24CB510-F775-2780-9F1B-5241E84443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909CA-8804-4D78-961D-639C9728F58F}" type="datetimeFigureOut">
              <a:rPr lang="en-US" smtClean="0"/>
              <a:t>9/12/25</a:t>
            </a:fld>
            <a:endParaRPr lang="en-US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E90501CB-4196-BF09-DC7D-7BAF7233A4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7D17BC6-1C05-F05A-4452-40C19364D6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10412-DD46-4BE9-8919-118BE1485B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3804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3DAADB-33D1-3CA2-5018-7241D5D973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D704BA5-77E6-D9FD-F4CF-376CB8CC9F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12B160D-77BE-7C80-ABB1-E5103C4F0E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2B51CDC-07B3-1C15-FB89-BB9140366F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909CA-8804-4D78-961D-639C9728F58F}" type="datetimeFigureOut">
              <a:rPr lang="en-US" smtClean="0"/>
              <a:t>9/12/25</a:t>
            </a:fld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12C9735-4BAA-C7C0-3654-0D8F82855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9CD2177-D7EF-BDA2-F84D-818B2A7F6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10412-DD46-4BE9-8919-118BE1485B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55604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6A3E537-FAC4-B2B5-D06F-EF6745D8F1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42EFA14B-4A0A-60B7-4CD3-AF47281B9B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3BE8C8A-95CB-A76A-BEA3-D45E165F2D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BA40799-2844-7E7D-A4BB-E0689048A5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909CA-8804-4D78-961D-639C9728F58F}" type="datetimeFigureOut">
              <a:rPr lang="en-US" smtClean="0"/>
              <a:t>9/12/25</a:t>
            </a:fld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D5C207B-2526-6CA3-BDC5-EAE77E07E6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8552BAF-838E-95BC-AD6C-5F57DBC1A0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10412-DD46-4BE9-8919-118BE1485B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78265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3D53C2C-6714-59DF-4A94-3D15B6D07D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9398F63-5DB9-0094-8924-BE36563D22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3F6C787-B18E-3EE2-8A32-19936C586E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909CA-8804-4D78-961D-639C9728F58F}" type="datetimeFigureOut">
              <a:rPr lang="en-US" smtClean="0"/>
              <a:t>9/12/25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EB2CF61-9AB7-A364-ABFB-995105FF23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2E019DD-26C6-A8E8-17C8-991490E7C0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10412-DD46-4BE9-8919-118BE1485B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9380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92709309-0DE7-1E0C-C4AD-822263F81D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D0353F6-0FA1-E897-6BB2-C3A18384A3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1E8379F-A632-8A0F-E3DA-931250849F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909CA-8804-4D78-961D-639C9728F58F}" type="datetimeFigureOut">
              <a:rPr lang="en-US" smtClean="0"/>
              <a:t>9/12/25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246D39C-D778-4C01-CAE8-6D812312C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B3A061A-033D-FF0C-3F6E-95DFE51A61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10412-DD46-4BE9-8919-118BE1485B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95437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572FA9-2B6B-8501-BA14-B1783F42F9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26D5F33-CD9E-E589-4CB7-A7B05957EF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2CD46C8-8912-F58E-6D8C-460B44B0FE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A909CA-8804-4D78-961D-639C9728F58F}" type="datetimeFigureOut">
              <a:rPr lang="en-US" smtClean="0"/>
              <a:t>9/12/25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1897ADF-96A1-6BB2-199D-84851567F8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A157C00-4586-D98E-391A-9F8D8B4656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D10412-DD46-4BE9-8919-118BE1485B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38026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4" r:id="rId1"/>
    <p:sldLayoutId id="2147483765" r:id="rId2"/>
    <p:sldLayoutId id="2147483766" r:id="rId3"/>
    <p:sldLayoutId id="2147483767" r:id="rId4"/>
    <p:sldLayoutId id="2147483768" r:id="rId5"/>
    <p:sldLayoutId id="2147483769" r:id="rId6"/>
    <p:sldLayoutId id="2147483770" r:id="rId7"/>
    <p:sldLayoutId id="2147483771" r:id="rId8"/>
    <p:sldLayoutId id="2147483772" r:id="rId9"/>
    <p:sldLayoutId id="2147483773" r:id="rId10"/>
    <p:sldLayoutId id="214748377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10" Type="http://schemas.openxmlformats.org/officeDocument/2006/relationships/image" Target="../media/image6.png"/><Relationship Id="rId4" Type="http://schemas.openxmlformats.org/officeDocument/2006/relationships/diagramLayout" Target="../diagrams/layout2.xml"/><Relationship Id="rId9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4A9CAF2F-2E7B-F1B7-ED65-AB5FEFFC6011}"/>
              </a:ext>
            </a:extLst>
          </p:cNvPr>
          <p:cNvSpPr>
            <a:spLocks/>
          </p:cNvSpPr>
          <p:nvPr/>
        </p:nvSpPr>
        <p:spPr>
          <a:xfrm>
            <a:off x="315273" y="1219677"/>
            <a:ext cx="5780727" cy="3230763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400" cap="all">
                <a:latin typeface="+mj-lt"/>
                <a:ea typeface="+mj-ea"/>
                <a:cs typeface="+mj-cs"/>
              </a:rPr>
              <a:t>Introduction </a:t>
            </a:r>
          </a:p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400" cap="all">
                <a:latin typeface="+mj-lt"/>
                <a:ea typeface="+mj-ea"/>
                <a:cs typeface="+mj-cs"/>
              </a:rPr>
              <a:t>to </a:t>
            </a:r>
          </a:p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400" cap="all">
                <a:latin typeface="+mj-lt"/>
                <a:ea typeface="+mj-ea"/>
                <a:cs typeface="+mj-cs"/>
              </a:rPr>
              <a:t>Web server</a:t>
            </a:r>
          </a:p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400" cap="all">
                <a:latin typeface="+mj-lt"/>
                <a:ea typeface="+mj-ea"/>
                <a:cs typeface="+mj-cs"/>
              </a:rPr>
              <a:t>Programming</a:t>
            </a:r>
          </a:p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GB"/>
              <a:t> </a:t>
            </a:r>
            <a:endParaRPr lang="en-US" sz="5400" u="sng" cap="all" dirty="0">
              <a:latin typeface="+mj-lt"/>
              <a:ea typeface="+mj-ea"/>
              <a:cs typeface="+mj-cs"/>
            </a:endParaRPr>
          </a:p>
        </p:txBody>
      </p:sp>
      <p:cxnSp>
        <p:nvCxnSpPr>
          <p:cNvPr id="36" name="Straight Connector 29">
            <a:extLst>
              <a:ext uri="{FF2B5EF4-FFF2-40B4-BE49-F238E27FC236}">
                <a16:creationId xmlns:a16="http://schemas.microsoft.com/office/drawing/2014/main" id="{1503BFE4-729B-D9D0-C17B-501E6AF11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5140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0CBBA57B-E960-71E4-F774-9F50E06C0172}"/>
              </a:ext>
            </a:extLst>
          </p:cNvPr>
          <p:cNvSpPr txBox="1"/>
          <p:nvPr/>
        </p:nvSpPr>
        <p:spPr>
          <a:xfrm>
            <a:off x="762000" y="5458691"/>
            <a:ext cx="4085665" cy="683692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/>
          <a:p>
            <a:pPr marL="457200" indent="-342900">
              <a:lnSpc>
                <a:spcPct val="90000"/>
              </a:lnSpc>
              <a:spcAft>
                <a:spcPts val="6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000" b="1" cap="all">
                <a:latin typeface="Times New Roman" panose="02020603050405020304" pitchFamily="18" charset="0"/>
                <a:cs typeface="Times New Roman" panose="02020603050405020304" pitchFamily="18" charset="0"/>
              </a:rPr>
              <a:t>Lecturer</a:t>
            </a:r>
            <a:r>
              <a:rPr lang="en-US" sz="2000" cap="all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00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Shakhnoza Muksimova</a:t>
            </a:r>
            <a:endParaRPr lang="en-US" sz="2000" cap="all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90000"/>
              </a:lnSpc>
              <a:spcAft>
                <a:spcPts val="6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000" cap="all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cap="all">
                <a:latin typeface="Times New Roman" panose="02020603050405020304" pitchFamily="18" charset="0"/>
                <a:cs typeface="Times New Roman" panose="02020603050405020304" pitchFamily="18" charset="0"/>
              </a:rPr>
              <a:t>Email</a:t>
            </a:r>
            <a:r>
              <a:rPr lang="en-US" sz="2000" cap="all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00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shakhnoza02@gachon.ac.kr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sz="2000" cap="all" dirty="0"/>
          </a:p>
        </p:txBody>
      </p:sp>
      <p:pic>
        <p:nvPicPr>
          <p:cNvPr id="1026" name="Picture 2" descr="Web Programming - Web Programming Png Transparent PNG - 850x900 - Free  Download on NicePNG">
            <a:extLst>
              <a:ext uri="{FF2B5EF4-FFF2-40B4-BE49-F238E27FC236}">
                <a16:creationId xmlns:a16="http://schemas.microsoft.com/office/drawing/2014/main" id="{05A35297-8BF6-8B74-C61C-23E2453F21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4952" y="716130"/>
            <a:ext cx="4630056" cy="50844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200467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D009D6D5-DAC2-4A8B-A17A-E206B9012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3C5EC5-9FF7-96A4-A2AB-7FF5A22CDA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5251316" cy="1807305"/>
          </a:xfrm>
        </p:spPr>
        <p:txBody>
          <a:bodyPr>
            <a:normAutofit/>
          </a:bodyPr>
          <a:lstStyle/>
          <a:p>
            <a:r>
              <a:rPr lang="en-US">
                <a:latin typeface="Söhne"/>
              </a:rPr>
              <a:t>Lectures: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2350B72-AF26-410D-DD27-4ADE62F2B9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33297"/>
            <a:ext cx="4619621" cy="3843666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US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 meet at </a:t>
            </a:r>
            <a:r>
              <a:rPr lang="en-US" sz="20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1:00</a:t>
            </a:r>
            <a:r>
              <a:rPr lang="en-US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pm every </a:t>
            </a:r>
            <a:r>
              <a:rPr lang="en-US" sz="20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Friday </a:t>
            </a:r>
            <a:r>
              <a:rPr lang="en-US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on floor </a:t>
            </a:r>
            <a:r>
              <a:rPr lang="en-US" sz="20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room </a:t>
            </a:r>
            <a:r>
              <a:rPr lang="en-US" sz="20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209</a:t>
            </a:r>
            <a:r>
              <a:rPr lang="en-US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Read the syllabus and policies carefully.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Reading assignments and lab materials will be posted online.</a:t>
            </a:r>
          </a:p>
        </p:txBody>
      </p:sp>
      <p:pic>
        <p:nvPicPr>
          <p:cNvPr id="5" name="Picture 4" descr="Desks in empty classroom">
            <a:extLst>
              <a:ext uri="{FF2B5EF4-FFF2-40B4-BE49-F238E27FC236}">
                <a16:creationId xmlns:a16="http://schemas.microsoft.com/office/drawing/2014/main" id="{572F056A-28C0-EB8F-B2E3-6E00E8D9D64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7395" r="17395"/>
          <a:stretch>
            <a:fillRect/>
          </a:stretch>
        </p:blipFill>
        <p:spPr>
          <a:xfrm>
            <a:off x="6229215" y="10"/>
            <a:ext cx="5962785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4554996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Схема 4">
            <a:extLst>
              <a:ext uri="{FF2B5EF4-FFF2-40B4-BE49-F238E27FC236}">
                <a16:creationId xmlns:a16="http://schemas.microsoft.com/office/drawing/2014/main" id="{B8BD61C8-8EAD-DB20-1F08-FAABC8C3AB8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12718940"/>
              </p:ext>
            </p:extLst>
          </p:nvPr>
        </p:nvGraphicFramePr>
        <p:xfrm>
          <a:off x="2351314" y="1510393"/>
          <a:ext cx="7356022" cy="39020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41AC2169-C1C1-2AF5-C6CC-650D9413F11D}"/>
              </a:ext>
            </a:extLst>
          </p:cNvPr>
          <p:cNvSpPr txBox="1"/>
          <p:nvPr/>
        </p:nvSpPr>
        <p:spPr>
          <a:xfrm>
            <a:off x="2039815" y="351692"/>
            <a:ext cx="651334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latin typeface="Söhne"/>
              </a:rPr>
              <a:t>Grading(tentative):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00E4E55-B313-CE89-0807-DE8DD81EE444}"/>
              </a:ext>
            </a:extLst>
          </p:cNvPr>
          <p:cNvSpPr txBox="1"/>
          <p:nvPr/>
        </p:nvSpPr>
        <p:spPr>
          <a:xfrm>
            <a:off x="1600200" y="5412489"/>
            <a:ext cx="60983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Those who miss 4 classes will be awarded an F.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196B66B-9593-1EE1-117F-0482AE3A5246}"/>
              </a:ext>
            </a:extLst>
          </p:cNvPr>
          <p:cNvSpPr txBox="1"/>
          <p:nvPr/>
        </p:nvSpPr>
        <p:spPr>
          <a:xfrm>
            <a:off x="1600200" y="6042073"/>
            <a:ext cx="96093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Homework and Programming projects will be posted online on the class webpage.</a:t>
            </a:r>
          </a:p>
        </p:txBody>
      </p:sp>
    </p:spTree>
    <p:extLst>
      <p:ext uri="{BB962C8B-B14F-4D97-AF65-F5344CB8AC3E}">
        <p14:creationId xmlns:p14="http://schemas.microsoft.com/office/powerpoint/2010/main" val="31417221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Схема 4">
            <a:extLst>
              <a:ext uri="{FF2B5EF4-FFF2-40B4-BE49-F238E27FC236}">
                <a16:creationId xmlns:a16="http://schemas.microsoft.com/office/drawing/2014/main" id="{824CE37E-FC32-60FA-53C3-F336DC665F3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99989118"/>
              </p:ext>
            </p:extLst>
          </p:nvPr>
        </p:nvGraphicFramePr>
        <p:xfrm>
          <a:off x="3405809" y="719668"/>
          <a:ext cx="7924800" cy="50317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0A77BBCF-A0AF-48BC-C789-AB33EB5FF92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42087" y="2634284"/>
            <a:ext cx="1707962" cy="1620078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783DD462-3CB1-E034-4189-4FCFD9FBE60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65930" y="4277346"/>
            <a:ext cx="1523098" cy="1451113"/>
          </a:xfrm>
          <a:prstGeom prst="rect">
            <a:avLst/>
          </a:prstGeom>
        </p:spPr>
      </p:pic>
      <p:cxnSp>
        <p:nvCxnSpPr>
          <p:cNvPr id="25" name="Прямая со стрелкой 24">
            <a:extLst>
              <a:ext uri="{FF2B5EF4-FFF2-40B4-BE49-F238E27FC236}">
                <a16:creationId xmlns:a16="http://schemas.microsoft.com/office/drawing/2014/main" id="{4B1A5CE2-4AD0-A206-F64E-4032560D988D}"/>
              </a:ext>
            </a:extLst>
          </p:cNvPr>
          <p:cNvCxnSpPr>
            <a:cxnSpLocks/>
          </p:cNvCxnSpPr>
          <p:nvPr/>
        </p:nvCxnSpPr>
        <p:spPr>
          <a:xfrm flipV="1">
            <a:off x="2400212" y="1921565"/>
            <a:ext cx="1707962" cy="150743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Прямая со стрелкой 29">
            <a:extLst>
              <a:ext uri="{FF2B5EF4-FFF2-40B4-BE49-F238E27FC236}">
                <a16:creationId xmlns:a16="http://schemas.microsoft.com/office/drawing/2014/main" id="{EFCBA530-7D26-A3AF-A052-717C7EC2F4D9}"/>
              </a:ext>
            </a:extLst>
          </p:cNvPr>
          <p:cNvCxnSpPr/>
          <p:nvPr/>
        </p:nvCxnSpPr>
        <p:spPr>
          <a:xfrm>
            <a:off x="2400212" y="3429000"/>
            <a:ext cx="142966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Прямая со стрелкой 31">
            <a:extLst>
              <a:ext uri="{FF2B5EF4-FFF2-40B4-BE49-F238E27FC236}">
                <a16:creationId xmlns:a16="http://schemas.microsoft.com/office/drawing/2014/main" id="{215F75AF-6645-4145-E98E-E79F160BF79D}"/>
              </a:ext>
            </a:extLst>
          </p:cNvPr>
          <p:cNvCxnSpPr/>
          <p:nvPr/>
        </p:nvCxnSpPr>
        <p:spPr>
          <a:xfrm>
            <a:off x="2400212" y="3459646"/>
            <a:ext cx="1429667" cy="156624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33" name="Рисунок 32">
            <a:extLst>
              <a:ext uri="{FF2B5EF4-FFF2-40B4-BE49-F238E27FC236}">
                <a16:creationId xmlns:a16="http://schemas.microsoft.com/office/drawing/2014/main" id="{1A6FE3CA-4FDB-C9AA-5E55-9E8BB853D047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l="9543" t="8208" r="8557" b="7262"/>
          <a:stretch/>
        </p:blipFill>
        <p:spPr>
          <a:xfrm>
            <a:off x="375544" y="2465732"/>
            <a:ext cx="2024668" cy="1987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30827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9833609-7971-9C7A-235B-85D97964B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 b="0" i="0">
                <a:solidFill>
                  <a:srgbClr val="FFFFFF"/>
                </a:solidFill>
                <a:effectLst/>
                <a:latin typeface="Söhne"/>
              </a:rPr>
              <a:t>Self-Introduction:</a:t>
            </a:r>
            <a:endParaRPr lang="en-US" sz="4000">
              <a:solidFill>
                <a:srgbClr val="FFFFFF"/>
              </a:solidFill>
            </a:endParaRPr>
          </a:p>
        </p:txBody>
      </p:sp>
      <p:graphicFrame>
        <p:nvGraphicFramePr>
          <p:cNvPr id="7" name="Объект 2">
            <a:extLst>
              <a:ext uri="{FF2B5EF4-FFF2-40B4-BE49-F238E27FC236}">
                <a16:creationId xmlns:a16="http://schemas.microsoft.com/office/drawing/2014/main" id="{FDBF2C02-449E-5A08-2E49-B4D23B76B03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79505036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2403894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2554CA6-288E-4202-BC52-2E5A8F0C0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57781B-8CD5-74DA-C9AB-EC189D02F0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1074" y="1396686"/>
            <a:ext cx="3240506" cy="4064628"/>
          </a:xfrm>
        </p:spPr>
        <p:txBody>
          <a:bodyPr>
            <a:normAutofit/>
          </a:bodyPr>
          <a:lstStyle/>
          <a:p>
            <a:pPr algn="ctr"/>
            <a:r>
              <a:rPr lang="en-GB" b="1" dirty="0">
                <a:solidFill>
                  <a:srgbClr val="FFFFFF"/>
                </a:solidFill>
              </a:rPr>
              <a:t>Course Objectives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8683720" y="941148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0048" y="4780992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01B326-EBBD-3730-A240-A671127BE9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0153" y="1526033"/>
            <a:ext cx="5536397" cy="3935281"/>
          </a:xfrm>
        </p:spPr>
        <p:txBody>
          <a:bodyPr>
            <a:normAutofit/>
          </a:bodyPr>
          <a:lstStyle/>
          <a:p>
            <a:pPr algn="just"/>
            <a:r>
              <a:rPr lang="en-GB" dirty="0"/>
              <a:t>This course introduces the principles and practices of web server programming, focusing on both front-end and back-end development. It aims to equip students with the skills to design, build, and deploy secure, data-driven web applications.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84691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C2554CA6-288E-4202-BC52-2E5A8F0C0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F134C9-33BB-7B6E-4DBC-FE826DF7FE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1074" y="1396686"/>
            <a:ext cx="3240506" cy="4064628"/>
          </a:xfrm>
        </p:spPr>
        <p:txBody>
          <a:bodyPr>
            <a:normAutofit/>
          </a:bodyPr>
          <a:lstStyle/>
          <a:p>
            <a:pPr algn="ctr"/>
            <a:r>
              <a:rPr lang="en-GB" b="1" dirty="0">
                <a:solidFill>
                  <a:srgbClr val="FFFFFF"/>
                </a:solidFill>
              </a:rPr>
              <a:t>Course Outcomes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26" name="Arc 25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8683720" y="941148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0048" y="4780992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9D8D07-F287-5EC9-66FB-D3ECB3464B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0153" y="1526033"/>
            <a:ext cx="5536397" cy="3935281"/>
          </a:xfrm>
        </p:spPr>
        <p:txBody>
          <a:bodyPr>
            <a:normAutofit/>
          </a:bodyPr>
          <a:lstStyle/>
          <a:p>
            <a:r>
              <a:rPr lang="en-GB" dirty="0"/>
              <a:t>By the end of the course, students will be able to develop full-stack applications, integrate databases, create RESTful APIs, and implement basic security measures. You will also gain practical experience in deploying applications to local and cloud servers.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59248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2554CA6-288E-4202-BC52-2E5A8F0C0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44DF6AE-1A2F-0596-A974-AA07A39D7E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1074" y="1396686"/>
            <a:ext cx="3240506" cy="4064628"/>
          </a:xfrm>
        </p:spPr>
        <p:txBody>
          <a:bodyPr>
            <a:normAutofit/>
          </a:bodyPr>
          <a:lstStyle/>
          <a:p>
            <a:pPr algn="ctr"/>
            <a:r>
              <a:rPr lang="en-GB" b="1" dirty="0">
                <a:solidFill>
                  <a:srgbClr val="FFFFFF"/>
                </a:solidFill>
              </a:rPr>
              <a:t>What Will You Learn in This Course?</a:t>
            </a:r>
            <a:br>
              <a:rPr lang="en-GB" dirty="0">
                <a:solidFill>
                  <a:srgbClr val="FFFFFF"/>
                </a:solidFill>
              </a:rPr>
            </a:b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8683720" y="941148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0048" y="4780992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23B032-2ED3-EC1A-AC0B-2B0C8E1882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0153" y="1526033"/>
            <a:ext cx="5536397" cy="3935281"/>
          </a:xfrm>
        </p:spPr>
        <p:txBody>
          <a:bodyPr>
            <a:normAutofit/>
          </a:bodyPr>
          <a:lstStyle/>
          <a:p>
            <a:r>
              <a:rPr lang="en-GB" dirty="0"/>
              <a:t>In this course, you will learn how the web works, from the client–server model and HTTP to modern front-end and server-side programming. You will gain practical skills in building secure, database-driven, full-stack web applications and deploying them on servers and cloud platforms.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111207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2186</TotalTime>
  <Words>292</Words>
  <Application>Microsoft Macintosh PowerPoint</Application>
  <PresentationFormat>Widescreen</PresentationFormat>
  <Paragraphs>42</Paragraphs>
  <Slides>8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Söhne</vt:lpstr>
      <vt:lpstr>Aptos</vt:lpstr>
      <vt:lpstr>Aptos Display</vt:lpstr>
      <vt:lpstr>Arial</vt:lpstr>
      <vt:lpstr>Calibri</vt:lpstr>
      <vt:lpstr>Times New Roman</vt:lpstr>
      <vt:lpstr>Wingdings</vt:lpstr>
      <vt:lpstr>Тема Office</vt:lpstr>
      <vt:lpstr>PowerPoint Presentation</vt:lpstr>
      <vt:lpstr>Lectures:</vt:lpstr>
      <vt:lpstr>PowerPoint Presentation</vt:lpstr>
      <vt:lpstr>PowerPoint Presentation</vt:lpstr>
      <vt:lpstr>Self-Introduction:</vt:lpstr>
      <vt:lpstr>Course Objectives</vt:lpstr>
      <vt:lpstr>Course Outcomes</vt:lpstr>
      <vt:lpstr>What Will You Learn in This Course?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Shakhnoza Muksimova</dc:creator>
  <cp:lastModifiedBy>Shakhnoza Muksimova</cp:lastModifiedBy>
  <cp:revision>16</cp:revision>
  <dcterms:created xsi:type="dcterms:W3CDTF">2024-03-05T03:12:03Z</dcterms:created>
  <dcterms:modified xsi:type="dcterms:W3CDTF">2025-09-12T03:10:32Z</dcterms:modified>
</cp:coreProperties>
</file>